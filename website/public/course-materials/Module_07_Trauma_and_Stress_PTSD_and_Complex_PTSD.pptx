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Trauma and Stress: PTSD and Complex PTSD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PTSD symptoms: re-experiencing, avoidance, hypervigilance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Complex PTSD (CPTSD) from prolonged or repeated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Evidence-based treatments: cognitive processing therapy, prolonged exposure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Trauma-focused CBT and EMDR overview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7: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PTSD symptoms: re-experiencing, avoidance, hypervigilance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Complex PTSD (CPTSD) from prolonged or repeated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treatments: cognitive processing therapy, prolonged exposure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Trauma-focused CBT and EMDR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Trauma and Stress: PTSD and Complex PTSD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Grounding techniques practice: 5-4-3-2-1 sensory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trauma and stress: ptsd and complex ptsd?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APA PTSD Treatment Guidelines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NICE Guidelines: PTSD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Combat Stress UK: Veterans PTSD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Trauma and Stress: PTSD and Complex PTSD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7: Trauma and Stress: PTSD and Complex PTSD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