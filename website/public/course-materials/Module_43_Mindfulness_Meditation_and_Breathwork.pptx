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Mindfulness, Meditation and Breathwork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Mindfulness-based stress reduction (MBSR) principles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Breathing techniques: diaphragmatic, box breathing, 4-7-8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Yoga, body scan and meditation practices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Evidence for reducing anxiety and enhancing emotional regulation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43: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Mindfulness-based stress reduction (MBSR) principles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Breathing techniques: diaphragmatic, box breathing, 4-7-8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Yoga, body scan and meditation practices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 for reducing anxiety and enhancing emotional regulation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Mindfulness, Meditation and Breathwork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Guided mindfulness practice: 10-minute body scan and breath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mindfulness, meditation and breathwork?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Mindfulness-Based Cognitive Therapy (MBCT) - NICE approved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Breathworks UK: Mindfulness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Oxford Mindfulness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43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Mindfulness, Meditation and Breathwork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43: Mindfulness, Meditation and Breathwork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