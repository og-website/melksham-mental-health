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Prison, Legal System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Mental-health challenges faced by incarcerated individuals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Impact of solitary confinement on psychological wellbeing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 health of those on probation and with criminal records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Stigma, reentry support and community rehabilitation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50: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Mental-health challenges faced by incarcerated individuals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Impact of solitary confinement on psychological wellbeing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 health of those on probation and with criminal records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Stigma, reentry support and community rehabilitation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Prison, Legal System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Reentry support planning: identifying mental health resources post-release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prison, legal system and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Prison Reform Trust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Centre for Mental Health: Criminal Justice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NACRO: Crime Reduction Charity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50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Prison, Legal System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50: Prison, Legal System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