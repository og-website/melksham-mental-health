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Sleep Hygiene and Circadian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Strategies for healthy sleep patterns and bedtime routines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Impact of shift work and irregular schedules on circadian rhythms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Screen time and blue light disrupting melatonin production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Sleep restriction therapy and relaxation exercises for insomnia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41: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Strategies for healthy sleep patterns and bedtime routines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Impact of shift work and irregular schedules on circadian rhythms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Screen time and blue light disrupting melatonin production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Sleep restriction therapy and relaxation exercises for insomnia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Sleep Hygiene and Circadian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Sleep hygiene audit: creating a personalised sleep improvement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sleep hygiene and circadian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Sleep Foundation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Sleep and Tiredness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NICE: Insomnia Management Guidelines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41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Sleep Hygiene and Circadian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41: Sleep Hygiene and Circadian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