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Neurodevelopmental Disorders: Intellectual and Learning Disabilities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Intellectual disability and global developmental delay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Dyslexia and other specific learning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Early intervention and inclusive education strategies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Supporting adults with learning disabilities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5: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Intellectual disability and global developmental delay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Dyslexia and other specific learning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Early intervention and inclusive education strategies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Supporting adults with learning disabilities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Neurodevelopmental Disorders: Intellectual and Learning Disabilities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Scenario discussion: Creating inclusive learning environments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neurodevelopmental disorders: intellectual and learning disabilities?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VeryWellMind: Intellectual Developmental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British Dyslexia Association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Mencap UK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5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Neurodevelopmental Disorders: Intellectual and Learning Disabilities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5: Neurodevelopmental Disorders: Intellectual and Learning Disabilities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