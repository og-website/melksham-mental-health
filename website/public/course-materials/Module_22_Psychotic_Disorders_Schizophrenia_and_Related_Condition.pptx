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Psychotic Disorders: Schizophrenia and Related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Positive symptoms: hallucinations, delusions, disorganised thinking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Negative symptoms: flat affect, poverty of speech, avolition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Early intervention in psychosis (EIP) services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Antipsychotic medications and psychosocial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Positive symptoms: hallucinations, delusions, disorganised thinking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Negative symptoms: flat affect, poverty of speech, avolition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Early intervention in psychosis (EIP) services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Antipsychotic medications and psychosocial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Psychotic Disorders: Schizophrenia and Related Conditions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Psychoeducation: early warning signs and relapse prevention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psychotic disorders: schizophrenia and related conditions?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Rethink Mental Illness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 Early Intervention in Psychosis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Schizophrenia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Psychotic Disorders: Schizophrenia and Related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22: Psychotic Disorders: Schizophrenia and Related Conditions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