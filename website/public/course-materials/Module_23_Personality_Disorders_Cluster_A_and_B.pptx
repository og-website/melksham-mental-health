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Personality Disorders: Cluster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Cluster A: paranoid, schizoid, schizotypal personality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Cluster B: antisocial, borderline, histrionic, narcissistic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Dialectical behaviour therapy (DBT) for borderline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Mentalisation-based treatment and reducing stigma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Cluster A: paranoid, schizoid, schizotypal personality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Cluster B: antisocial, borderline, histrionic, narcissistic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Dialectical behaviour therapy (DBT) for borderline PD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Mentalisation-based treatment and reducing stigma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Personality Disorders: Cluster A and B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DBT skills practice: distress tolerance and emotion regulation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personality disorders: cluster a and b?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Personality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Emergence UK: BPD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NICE Guidelines: Borderline Personality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Personality Disorders: Cluster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23: Personality Disorders: Cluster A and B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