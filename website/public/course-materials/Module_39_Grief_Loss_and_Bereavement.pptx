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Grief, Loss and Bereavement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Stages of grief: denial, anger, bargaining, depression, acceptance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Complicated grief and prolonged grief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Ambiguous loss: missing persons, estrangement, dementia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Disenfranchised grief: losses not socially recognised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39: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Stages of grief: denial, anger, bargaining, depression, acceptance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Complicated grief and prolonged grief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Ambiguous loss: missing persons, estrangement, dementia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Disenfranchised grief: losses not socially recognised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Grief, Loss and Bereavement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Grief ritual activity: creating a memory or 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grief, loss and bereavement?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Cruse Bereavement Care UK: 0808 808 1677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Child Bereavement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Bereavement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39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Grief, Loss and Bereavement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39: Grief, Loss and Bereavement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