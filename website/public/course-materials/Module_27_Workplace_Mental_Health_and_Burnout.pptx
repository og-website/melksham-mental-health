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Workplace Mental Health and Burnout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Poor working environments: discrimination, overwork, low control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Job insecurity and mental health risks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Burnout: exhaustion, cynicism, reduced efficacy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Employer and employee strategies for prevention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27: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Poor working environments: discrimination, overwork, low control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Job insecurity and mental health risks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Burnout: exhaustion, cynicism, reduced efficacy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Employer and employee strategies for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Workplace Mental Health and Burnout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Stress audit: mapping workplace stressors and identifying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workplace mental health and burnout?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WHO: Mental Health in the Workplace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HSE: Work-related Stress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Workplace Wellbeing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27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Workplace Mental Health and Burnout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27: Workplace Mental Health and Burnout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