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Trauma and Stress: Acute Stress and Adjustment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Defining acute stress disorder and adjustment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Major life changes (job loss, divorce) triggering anxiety and depressed mood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Coping strategies and trauma-informed listening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When to seek professional support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6: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Defining acute stress disorder and adjustment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Major life changes (job loss, divorce) triggering anxiety and depressed mood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Coping strategies and trauma-informed listening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When to seek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Trauma and Stress: Acute Stress and Adjustment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Role-play: Trauma-informed conversations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trauma and stress: acute stress and adjustment disorders?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VeryWellMind: Acute Stress Disorder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APA: Adjustment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Mind UK: Stress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6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Trauma and Stress: Acute Stress and Adjustment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6: Trauma and Stress: Acute Stress and Adjustment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