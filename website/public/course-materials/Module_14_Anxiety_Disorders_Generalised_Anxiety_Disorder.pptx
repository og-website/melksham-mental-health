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Anxiety Disorders: Generalised Anxiety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Excessive worry, restlessness, concentration problems, muscle tension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Physical symptoms: headaches, fatigue, insomnia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Cognitive behavioural therapy (CBT) for GAD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Mindfulness, medication, and lifestyle approaches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Excessive worry, restlessness, concentration problems, muscle tension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Physical symptoms: headaches, fatigue, insomnia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Cognitive behavioural therapy (CBT) for GAD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Mindfulness, medication, and lifestyle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Anxiety Disorders: Generalised Anxiety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Worry time technique and cognitive restructuring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anxiety disorders: generalised anxiety disorder?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NICE Guidelines: Generalised Anxiety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Anxiety UK: GAD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Generalised Anxiety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Anxiety Disorders: Generalised Anxiety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14: Anxiety Disorders: Generalised Anxiety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