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Mood Disorders: Major Depression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Symptoms: sad mood, loss of interest, fatigue, guilt, suicidal thoughts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Causes: biological, psychological, social factors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Treatments: antidepressants, psychotherapy, lifestyle changes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Depression across cultures and genders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11: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Symptoms: sad mood, loss of interest, fatigue, guilt, suicidal thoughts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Causes: biological, psychological, social factors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Treatments: antidepressants, psychotherapy, lifestyle changes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Depression across cultures and genders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Mood Disorders: Major Depression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Mood tracking and behavioural activation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mood disorders: major depression?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NIMH: Depression Facts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NHS: Clinical Depression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Mind UK: Depression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11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Mood Disorders: Major Depression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11: Mood Disorders: Major Depression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