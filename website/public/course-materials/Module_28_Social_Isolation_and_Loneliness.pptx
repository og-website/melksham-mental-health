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Social Isolation and Loneliness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Difference between loneliness and social isolation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Loneliness doubles risk of depression; increases anxiety and suicide risk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Populations at greatest risk: older adults, young people, carers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Interventions to strengthen social connections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28: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Difference between loneliness and social isolation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Loneliness doubles risk of depression; increases anxiety and suicide risk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Populations at greatest risk: older adults, young people, carers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Interventions to strengthen social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Social Isolation and Loneliness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Social mapping: identifying connection points and community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social isolation and loneliness?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Campaign to End Loneliness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Loneliness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Loneliness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28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Social Isolation and Loneliness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28: Social Isolation and Loneliness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