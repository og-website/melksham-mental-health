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Neurodevelopmental Disorders: Autism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Autism as a spectrum of differences in brain development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Early signs: limited eye contact, repetitive motions, sensory sensitivities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Therapies to support communication and social skills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Inclusive language and autistic-affirming practices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Autism as a spectrum of differences in brain development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Early signs: limited eye contact, repetitive motions, sensory sensitivities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Therapies to support communication and social skills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Inclusive language and autistic-affirming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Neurodevelopmental Disorders: Autism Spectrum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Group exercise: Empathy mapping and inclusive language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neurodevelopmental disorders: autism spectrum?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WHO on Autism Spectrum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National Autistic Society (NAS)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Cleveland Clinic: Autism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Neurodevelopmental Disorders: Autism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3: Neurodevelopmental Disorders: Autism Spectrum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