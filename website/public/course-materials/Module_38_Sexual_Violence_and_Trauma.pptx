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Module 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A0A0A"/>
                </a:solidFill>
              </a:rPr>
              <a:t>Sexual Violence and Trauma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Introduction and Objectives  (15 min) — Key terms and learning goals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Content  (45 min) — Research, risk factors and treatments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Interactive Activity  (30 min) — Polls, reflection and role-play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Group Discussion  (30 min) — Confidential sharing and peer learning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Wrap-Up and Resources  (15 min) — Summary, helplines and further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Sexual assault survivors often develop PTSD, anxiety and depression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Hypervigilance, flashbacks, nightmares and self-blame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Emotional dysregulation and relationship difficulties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Trauma-focused therapies and specialist support services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Apply coping strategies and evidence-based techniques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Identify when and how to access professional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Module 38: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Sexual assault survivors often develop PTSD, anxiety and depression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Hypervigilance, flashbacks, nightmares and self-blame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Emotional dysregulation and relationship difficulties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Trauma-focused therapies and specialist support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Evidence and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Topic: Sexual Violence and Trauma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approaches are used throughout this session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Content drawn from NHS guidelines, NICE, WHO and peer-reviewed research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UK-specific statistics and resources are prioritised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All content reviewed for accuracy and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0F0"/>
                </a:solidFill>
              </a:rPr>
              <a:t>Trauma-informed support: how to respond to disclosures safely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Take 5 minutes to reflect individually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Facilitator will guide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Reflection Questions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stood out most to you about sexual violence and trauma?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Has this topic affected you, or someone you know?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barriers prevent people from seeking help with this?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one thing could you do differently after today?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support is available in our community?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600"/>
                </a:solidFill>
              </a:rPr>
              <a:t>Remember: You are never alone. Help is always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Resources and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Key References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Rape Crisis England and Wales: 0808 500 2222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RASASC: Rape and Sexual Abuse Support Centre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Mind UK: Sexual Abuse and Mental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6600"/>
                </a:solidFill>
              </a:rPr>
              <a:t>Crisis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Wiltshire Crisis Line: 0800 953 0110 (24/7)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</a:rPr>
              <a:t>Module 38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A0A0A"/>
                </a:solidFill>
              </a:rPr>
              <a:t>Sexual Violence and Trauma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You have completed Module 38: Sexual Violence and Trauma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600"/>
                </a:solidFill>
              </a:rPr>
              <a:t>melksham-mentalhealth.us  |  Melksham-mental-health@outlook.com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