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Older Adult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14.1 percent of adults aged 70 and over have a mental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One sixth of suicide deaths occur in older adults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Risk factors: bereavement, declining health, social isolation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Elder abuse and its mental health consequences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34: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14.1 percent of adults aged 70 and over have a mental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One sixth of suicide deaths occur in older adults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Risk factors: bereavement, declining health, social isolation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Elder abuse and its mental health consequences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Older Adult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Life review therapy: reminiscence and meaning-making exercises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older adult mental health?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Age UK: 0800 678 1602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Mental Health Foundation: Older People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Mental Health in Later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34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Older Adult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34: Older Adult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