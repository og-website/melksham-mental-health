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Mental Health and Chronic Physical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Chronic illness (diabetes, arthritis, cancer)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People with long-term conditions twice as likely to develop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Bidirectional relationship: mental health affects physical recovery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Coping strategies, peer support groups and self-management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26: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Chronic illness (diabetes, arthritis, cancer)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People with long-term conditions twice as likely to develop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Bidirectional relationship: mental health affects physical recovery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Coping strategies, peer support groups and self-management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Mental Health and Chronic Physical Conditions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Coping skills workshop: adapting to life with chronic illness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mental health and chronic physical conditions?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Long-term Conditions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Physical Health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Macmillan Cancer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26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Mental Health and Chronic Physical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26: Mental Health and Chronic Physical Conditions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