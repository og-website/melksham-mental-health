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Neurodevelopmental Disorders: ADHD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Attention-deficit hyperactivity disorder explained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Common symptoms: daydreaming, forgetfulness, hyperactivity, impulsive decisions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Treatment strategies: medication, behaviour therapy, coaching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Coping techniques for adults with ADHD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4: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Attention-deficit hyperactivity disorder explained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Common symptoms: daydreaming, forgetfulness, hyperactivity, impulsive decisions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Treatment strategies: medication, behaviour therapy, coaching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Coping techniques for adults with ADHD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Neurodevelopmental Disorders: ADHD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Interactive: Personal strategy mapping for attention and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neurodevelopmental disorders: adhd?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CDC: ADHD Symptoms and Diagnosis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ADHD UK: Living with ADHD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ADHD Treatment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4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Neurodevelopmental Disorders: ADHD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4: Neurodevelopmental Disorders: ADHD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