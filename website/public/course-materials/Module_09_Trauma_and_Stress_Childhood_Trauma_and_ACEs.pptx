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Trauma and Stress: Childhood Trauma and 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Adverse childhood experiences (ACEs): abuse, neglect, household dysfunction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How early trauma affects brain development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Increased risk of mental disorders and chronic disease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Resilience, protective factors and post-traumatic growth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9: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Adverse childhood experiences (ACEs): abuse, neglect, household dysfunction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How early trauma affects brain development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Increased risk of mental disorders and chronic disease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Resilience, protective factors and post-traumatic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Trauma and Stress: Childhood Trauma and ACEs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Resilience-building exercise: Identifying protective factors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trauma and stress: childhood trauma and aces?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CDC: ACEs Study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NSPCC: Child Abuse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YoungMinds UK: Trauma in Children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9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Trauma and Stress: Childhood Trauma and 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9: Trauma and Stress: Childhood Trauma and ACEs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