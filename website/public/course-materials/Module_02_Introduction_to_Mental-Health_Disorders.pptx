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g_op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3" name="Picture 2" descr="logo_op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0" y="228600"/>
            <a:ext cx="1097280" cy="109728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0"/>
            <a:ext cx="9144000" cy="182880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74320"/>
            <a:ext cx="7589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A0A0A"/>
                </a:solidFill>
              </a:rPr>
              <a:t>Module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"/>
            <a:ext cx="7589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>
                <a:solidFill>
                  <a:srgbClr val="0A0A0A"/>
                </a:solidFill>
              </a:rPr>
              <a:t>Introduction to Mental-Health Disorders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05740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6600"/>
                </a:solidFill>
              </a:rPr>
              <a:t>Melksham Mental Health — Comprehensive Course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60604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CCCCCC"/>
                </a:solidFill>
              </a:rPr>
              <a:t>2-hour session  •  Includes 30-minute group discussion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309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CCCCCC"/>
                </a:solidFill>
              </a:rPr>
              <a:t>Crisis? Call 999 or Samaritans 116 123 (free, 24/7)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g_op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3" name="Picture 2" descr="logo_op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0" y="228600"/>
            <a:ext cx="1097280" cy="10972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6600"/>
                </a:solidFill>
              </a:rPr>
              <a:t>Session Overview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8229600" cy="4572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Introduction and Objectives  (15 min) — Key terms and learning goals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Evidence-Based Content  (45 min) — Research, risk factors and treatments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Interactive Activity  (30 min) — Polls, reflection and role-play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Group Discussion  (30 min) — Confidential sharing and peer learning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Wrap-Up and Resources  (15 min) — Summary, helplines and further reading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309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CCCCCC"/>
                </a:solidFill>
              </a:rPr>
              <a:t>Crisis? Call 999 or Samaritans 116 123 (free, 24/7)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g_op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3" name="Picture 2" descr="logo_op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0" y="228600"/>
            <a:ext cx="1097280" cy="10972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6600"/>
                </a:solidFill>
              </a:rPr>
              <a:t>Learning Objectives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8229600" cy="4572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Understand Overview of DSM-5 categories: mood, anxiety, trauma-related, neurodevelopmental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Understand Neurocognitive, psychotic, personality, somatic, dissociative, eating, sleep dis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Understand Impulse-control and substance-use disorders overview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Understand Preparing participants for deeper dives in later modules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Apply coping strategies and evidence-based techniques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Identify when and how to access professional support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309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CCCCCC"/>
                </a:solidFill>
              </a:rPr>
              <a:t>Crisis? Call 999 or Samaritans 116 123 (free, 24/7)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g_op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3" name="Picture 2" descr="logo_op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0" y="228600"/>
            <a:ext cx="1097280" cy="10972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6600"/>
                </a:solidFill>
              </a:rPr>
              <a:t>Module 2: Key Topics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8229600" cy="4572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Overview of DSM-5 categories: mood, anxiety, trauma-related, neurodevelopmental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Neurocognitive, psychotic, personality, somatic, dissociative, eating, sleep disorders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Impulse-control and substance-use disorders overview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Preparing participants for deeper dives in later modules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309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CCCCCC"/>
                </a:solidFill>
              </a:rPr>
              <a:t>Crisis? Call 999 or Samaritans 116 123 (free, 24/7)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g_op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3" name="Picture 2" descr="logo_op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0" y="228600"/>
            <a:ext cx="1097280" cy="10972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6600"/>
                </a:solidFill>
              </a:rPr>
              <a:t>Evidence and Research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8229600" cy="4572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8229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Topic: Introduction to Mental-Health Disorders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Evidence-based approaches are used throughout this session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Content drawn from NHS guidelines, NICE, WHO and peer-reviewed research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UK-specific statistics and resources are prioritised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All content reviewed for accuracy and safety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4864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6600"/>
                </a:solidFill>
              </a:rPr>
              <a:t>This content does not replace professional mental health advice.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309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CCCCCC"/>
                </a:solidFill>
              </a:rPr>
              <a:t>Crisis? Call 999 or Samaritans 116 123 (free, 24/7)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g_op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3" name="Picture 2" descr="logo_op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0" y="228600"/>
            <a:ext cx="1097280" cy="10972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6600"/>
                </a:solidFill>
              </a:rPr>
              <a:t>Interactive Activity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8229600" cy="4572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463040"/>
            <a:ext cx="8229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F0F0F0"/>
                </a:solidFill>
              </a:rPr>
              <a:t>Quiz: Match common symptoms to disorder categories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11480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6600"/>
                </a:solidFill>
              </a:rPr>
              <a:t>Instructions: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48056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600">
                <a:solidFill>
                  <a:srgbClr val="CCCCCC"/>
                </a:solidFill>
              </a:rPr>
              <a:t>• Take 5 minutes to reflect individually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CCCCCC"/>
                </a:solidFill>
              </a:rPr>
              <a:t>• Share your thoughts with the group (optional — sharing is never required)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CCCCCC"/>
                </a:solidFill>
              </a:rPr>
              <a:t>• Facilitator will guide the discussion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309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CCCCCC"/>
                </a:solidFill>
              </a:rPr>
              <a:t>Crisis? Call 999 or Samaritans 116 123 (free, 24/7)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g_op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3" name="Picture 2" descr="logo_op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0" y="228600"/>
            <a:ext cx="1097280" cy="10972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6600"/>
                </a:solidFill>
              </a:rPr>
              <a:t>Group Discussion (30 minutes)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8229600" cy="4572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8229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FF6600"/>
                </a:solidFill>
              </a:rPr>
              <a:t>Reflection Questions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What stood out most to you about introduction to mental-health disorders?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Has this topic affected you, or someone you know?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What barriers prevent people from seeking help with this?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What one thing could you do differently after today?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What support is available in our community?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12064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6600"/>
                </a:solidFill>
              </a:rPr>
              <a:t>Remember: You are never alone. Help is always available.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309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CCCCCC"/>
                </a:solidFill>
              </a:rPr>
              <a:t>Crisis? Call 999 or Samaritans 116 123 (free, 24/7)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g_op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3" name="Picture 2" descr="logo_op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0" y="228600"/>
            <a:ext cx="1097280" cy="10972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6600"/>
                </a:solidFill>
              </a:rPr>
              <a:t>Resources and Further Support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8229600" cy="4572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8229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FF6600"/>
                </a:solidFill>
              </a:rPr>
              <a:t>Key References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DSM-5 Diagnostic and Statistical Manual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WHO ICD-11 Classification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MIND UK: Types of mental health problems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297200"/>
            <a:ext cx="8229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FF6600"/>
                </a:solidFill>
              </a:rPr>
              <a:t>Crisis Support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CCCCCC"/>
                </a:solidFill>
              </a:rPr>
              <a:t>• Emergency: 999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CCCCCC"/>
                </a:solidFill>
              </a:rPr>
              <a:t>• NHS 111: 24/7 urgent mental health support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CCCCCC"/>
                </a:solidFill>
              </a:rPr>
              <a:t>• Samaritans: 116 123 (free, 24/7)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CCCCCC"/>
                </a:solidFill>
              </a:rPr>
              <a:t>• Shout Crisis Text: Text SHOUT to 85258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CCCCCC"/>
                </a:solidFill>
              </a:rPr>
              <a:t>• Wiltshire Crisis Line: 0800 953 0110 (24/7)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309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CCCCCC"/>
                </a:solidFill>
              </a:rPr>
              <a:t>Crisis? Call 999 or Samaritans 116 123 (free, 24/7)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g_op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3" name="Picture 2" descr="logo_op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0" y="228600"/>
            <a:ext cx="1097280" cy="109728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0"/>
            <a:ext cx="9144000" cy="182880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74320"/>
            <a:ext cx="7589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0A0A0A"/>
                </a:solidFill>
              </a:rPr>
              <a:t>Module 2 Complete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731520"/>
            <a:ext cx="7589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0A0A0A"/>
                </a:solidFill>
              </a:rPr>
              <a:t>Introduction to Mental-Health Disorders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057400"/>
            <a:ext cx="82296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You have completed Module 2: Introduction to Mental-Health Disorders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Key concepts and evidence-based strategies have been explored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Please complete the post-session reflection form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Access course materials and handouts in the Members Portal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Our next session builds on today's learning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2179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F6600"/>
                </a:solidFill>
              </a:rPr>
              <a:t>melksham-mentalhealth.us  |  Melksham-mental-health@outlook.com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