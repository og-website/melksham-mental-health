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Racism, Discrimination and Intersectionality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Racism as a mental-health issue: trauma and ill-health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Compounded effects of racism, sexism, ableism and discrimination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Intersectionality: multiple marginalised identities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Community resilience and culturally-sensitive support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36: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Racism as a mental-health issue: trauma and ill-health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Compounded effects of racism, sexism, ableism and discrimination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Intersectionality: multiple marginalised identities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Community resilience and culturally-sensitive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Racism, Discrimination and Intersectionality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Reflective dialogue: exploring privilege, bias and solidarity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racism, discrimination and intersectionality?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Rethink Mental Illness: Racism and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BAME Mental Health UK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NHS Race and Health Observatory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36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Racism, Discrimination and Intersectionality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36: Racism, Discrimination and Intersectionality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