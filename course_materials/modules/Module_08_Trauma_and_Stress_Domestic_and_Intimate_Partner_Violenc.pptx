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0A0A0A"/>
                </a:solidFill>
              </a:rPr>
              <a:t>Module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"/>
            <a:ext cx="7589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0A0A0A"/>
                </a:solidFill>
              </a:rPr>
              <a:t>Trauma and Stress: Domestic and Intimate Partner Violence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6600"/>
                </a:solidFill>
              </a:rPr>
              <a:t>Melksham Mental Health — Comprehensive Course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CCCCC"/>
                </a:solidFill>
              </a:rPr>
              <a:t>2-hour session  •  Includes 30-minute group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Session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Introduction and Objectives  (15 min) — Key terms and learning goals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Content  (45 min) — Research, risk factors and treatments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Interactive Activity  (30 min) — Polls, reflection and role-play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Group Discussion  (30 min) — Confidential sharing and peer learning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Wrap-Up and Resources  (15 min) — Summary, helplines and further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Learning 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Prevalence: over one-third of women and one-quarter of men affected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Types of abuse: physical, sexual, psychological, financial, coercive control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Risk factors: young age, low income,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Understand Mental-health consequences: PTSD, depression, anxiety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Apply coping strategies and evidence-based techniques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Identify when and how to access professional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Module 8: Key Topics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Prevalence: over one-third of women and one-quarter of men affected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Types of abuse: physical, sexual, psychological, financial, coercive control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Risk factors: young age, low income, social isolation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Mental-health consequences: PTSD, depression, anxiety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Evidence and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Topic: Trauma and Stress: Domestic and Intimate Partner Violence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Evidence-based approaches are used throughout this session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Content drawn from NHS guidelines, NICE, WHO and peer-reviewed research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UK-specific statistics and resources are prioritised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All content reviewed for accuracy and safety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</a:rPr>
              <a:t>This content does not replace professional mental health advice.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Interactive Activity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0F0F0"/>
                </a:solidFill>
              </a:rPr>
              <a:t>Safety planning resources and referral pathways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</a:rPr>
              <a:t>Instructions: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48056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Take 5 minutes to reflect individually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Share your thoughts with the group (optional — sharing is never required)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CCCCCC"/>
                </a:solidFill>
              </a:rPr>
              <a:t>• Facilitator will guide the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Group Discussion (30 minutes)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Reflection Questions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stood out most to you about trauma and stress: domestic and intimate partner violence?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Has this topic affected you, or someone you know?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barriers prevent people from seeking help with this?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one thing could you do differently after today?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What support is available in our community?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6600"/>
                </a:solidFill>
              </a:rPr>
              <a:t>Remember: You are never alone. Help is always available.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6600"/>
                </a:solidFill>
              </a:rPr>
              <a:t>Resources and Further Support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4572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FF6600"/>
                </a:solidFill>
              </a:rPr>
              <a:t>Key References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SafeLives UK: Domestic Abuse Statistics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Womens Aid UK Resources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NHS: Domestic Violence Support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F6600"/>
                </a:solidFill>
              </a:rPr>
              <a:t>Crisis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Emergency: 999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NHS 111: 24/7 urgent mental health support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Samaritans: 116 123 (free, 24/7)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Shout Crisis Text: Text SHOUT to 85258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CCCCCC"/>
                </a:solidFill>
              </a:rPr>
              <a:t>• Wiltshire Crisis Line: 0800 953 0110 (24/7)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CCCC"/>
                </a:solidFill>
              </a:rPr>
              <a:t>Crisis? Call 999 or Samaritans 116 123 (free, 24/7)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op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 descr="logo_o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28600"/>
            <a:ext cx="1097280" cy="10972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589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0A0A"/>
                </a:solidFill>
              </a:rPr>
              <a:t>Module 8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7315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A0A0A"/>
                </a:solidFill>
              </a:rPr>
              <a:t>Trauma and Stress: Domestic and Intimate Partner Violence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8229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You have completed Module 8: Trauma and Stress: Domestic and Intimate Partner Violence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Key concepts and evidence-based strategies have been explored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Please complete the post-session reflection form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Access course materials and handouts in the Members Portal</a:t>
            </a:r>
          </a:p>
          <a:p>
            <a:pPr>
              <a:spcBef>
                <a:spcPts val="400"/>
              </a:spcBef>
            </a:pPr>
            <a:r>
              <a:rPr sz="1800">
                <a:solidFill>
                  <a:srgbClr val="F0F0F0"/>
                </a:solidFill>
              </a:rPr>
              <a:t>• Our next session builds on today's 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6600"/>
                </a:solidFill>
              </a:rPr>
              <a:t>melksham-mentalhealth.us  |  Melksham-mental-health@outlook.com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