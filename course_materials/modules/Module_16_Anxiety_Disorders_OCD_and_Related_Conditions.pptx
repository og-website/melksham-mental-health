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Anxiety Disorders: OCD and Related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Obsessive-compulsive disorder: intrusive thoughts and compulsive behaviours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Body dysmorphic disorder, hoarding disorder, trichotillomania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Exposure and response prevention (ERP) therapy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Living with OCD: reducing shame and stigma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16: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Obsessive-compulsive disorder: intrusive thoughts and compulsive behaviours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Body dysmorphic disorder, hoarding disorder, trichotillomania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Exposure and response prevention (ERP) therapy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Living with OCD: reducing shame and stigma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Anxiety Disorders: OCD and Related Conditions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ERP practice: identifying triggers and resisting compulsions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anxiety disorders: ocd and related conditions?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OCD UK: Support Resources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VeryWellMind: OCD-Related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OCD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16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Anxiety Disorders: OCD and Related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16: Anxiety Disorders: OCD and Related Conditions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