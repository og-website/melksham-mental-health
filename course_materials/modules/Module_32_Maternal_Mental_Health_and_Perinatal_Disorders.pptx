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Maternal Mental Health and Perinatal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Postpartum depression: symptoms, prevalence, treatment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Perinatal anxiety, OCD and postpartum psychosis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Diagnosis rates doubled between 2010 and 2021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Screening, early intervention and specialist support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32: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Postpartum depression: symptoms, prevalence, treatment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Perinatal anxiety, OCD and postpartum psychosis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Diagnosis rates doubled between 2010 and 2021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Screening, early intervention and specialist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Maternal Mental Health and Perinatal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Wellbeing planning for new mothers: building support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maternal mental health and perinatal disorders?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PANDAS Foundation UK: 0808 1961 776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APNI: Association for Post Natal Illness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Perinatal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32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Maternal Mental Health and Perinatal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32: Maternal Mental Health and Perinatal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