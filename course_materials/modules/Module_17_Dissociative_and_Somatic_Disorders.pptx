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Dissociative and Somatic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Dissociative amnesia, dissociative identity disorder, depersonalisation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Somatic symptom disorder and illness anxiety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Connection between trauma and dissociation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Trauma-focused approaches and grounding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Dissociative amnesia, dissociative identity disorder, depersonalisation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Somatic symptom disorder and illness anxiety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Connection between trauma and dissociation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Trauma-focused approaches and grounding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Dissociative and Somatic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Grounding techniques: body-based and sensory anchoring exercises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dissociative and somatic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ISSTD: Dissociative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Somatic Symptom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Dissociative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Dissociative and Somatic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17: Dissociative and Somatic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