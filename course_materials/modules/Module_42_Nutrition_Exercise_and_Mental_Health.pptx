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Nutrition, Exercise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Regular physical activity improves mood and cognitive function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Balanced diet and hydration for mental wellbeing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Nutritional deficiencies: omega-3, vitamin D and B vitamins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The gut-brain axis and microbiome role in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42: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Regular physical activity improves mood and cognitive function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Balanced diet and hydration for mental wellbeing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Nutritional deficiencies: omega-3, vitamin D and B vitamins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The gut-brain axis and microbiome role in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Nutrition, Exercise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Food and mood diary: identifying dietary patterns affecting wellbeing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nutrition, exercise and mental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Mental Health Foundation: Food and Mood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Exercise for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Physical Activity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42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Nutrition, Exercise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42: Nutrition, Exercise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