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Child and Adolescent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Common issues: anxiety, depression, self-harm, behavioural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Risk factors: bullying, academic pressure, social media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Early intervention and CAMHS services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Supporting young peoples mental health at home and school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33: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Common issues: anxiety, depression, self-harm, behavioural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Risk factors: bullying, academic pressure, social media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Early intervention and CAMHS services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Supporting young peoples mental health at home and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Child and Adolescent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Workshop: How to talk to young people about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child and adolescent mental health?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YoungMinds UK: 0808 802 5544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CAMHS UK Resources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Place2Be: School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33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Child and Adolescent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33: Child and Adolescent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