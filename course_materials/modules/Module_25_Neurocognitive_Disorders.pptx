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Neurocognitive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Delirium: acute confusion, causes, recognition, management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Major neurocognitive disorder (dementia) due to Alzheimers disease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Parkinsons disease dementia and Lewy body dementia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Caregiver support and advance care planning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25: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Delirium: acute confusion, causes, recognition, management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Major neurocognitive disorder (dementia) due to Alzheimers disease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Parkinsons disease dementia and Lewy body dementia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Caregiver support and advance care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Neurocognitive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Caregiver wellbeing: identifying support needs and self-care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neurocognitive disorders?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Alzheimers Society UK: 0333 150 3456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Dementia UK: Admiral Nurse Service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Dementia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25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Neurocognitive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25: Neurocognitive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