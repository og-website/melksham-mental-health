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Eating Disorders and Body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Anorexia nervosa, bulimia nervosa, binge eating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Avoidant restrictive food intake disorder (ARFID)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Body image and social media influences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Recovery options and specialist support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18: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Anorexia nervosa, bulimia nervosa, binge eating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Avoidant restrictive food intake disorder (ARFID)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Body image and social media influences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Recovery options and specialist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Eating Disorders and Body Image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Media literacy exercise: challenging unrealistic body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eating disorders and body image?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Beat Eating Disorders UK: 0808 801 0677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Eating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Eating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18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Eating Disorders and Body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18: Eating Disorders and Body Image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