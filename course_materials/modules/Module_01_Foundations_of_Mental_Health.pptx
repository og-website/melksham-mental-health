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Foundations of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Define mental health and mental illness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Discuss prevalence (970 million people with mental disorders) and economic burde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Examine stigma and importance of self-care and social connections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Explore WHO reports on workplace mental health risk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Define mental health and mental illness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Discuss prevalence (970 million people with mental disorders) and economic burden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Examine stigma and importance of self-care and social connections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Explore WHO reports on workplace mental health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Foundations of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Reflection exercise: What does 'mental health' mean to you personally?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foundations of mental health?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WHO World Mental Health Report 2022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 Mental Health Statistics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What is mental health?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Foundations of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1: Foundations of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