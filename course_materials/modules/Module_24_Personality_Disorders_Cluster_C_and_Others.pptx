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Personality Disorders: Cluster C and Others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Cluster C: avoidant, dependent, obsessive-compulsive PD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Narcissistic personality disorder: recognition and boundaries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Cognitive and interpersonal therapy approaches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Self-compassion and healthy relationship building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24: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Cluster C: avoidant, dependent, obsessive-compulsive PD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Narcissistic personality disorder: recognition and boundaries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Cognitive and interpersonal therapy approaches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Self-compassion and healthy relationship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Personality Disorders: Cluster C and Others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Schema identification exercise: recognising maladaptive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personality disorders: cluster c and others?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Personality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VeryWellMind: Cluster C Personality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Personality Disorder 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24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Personality Disorders: Cluster C and Others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24: Personality Disorders: Cluster C and Others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