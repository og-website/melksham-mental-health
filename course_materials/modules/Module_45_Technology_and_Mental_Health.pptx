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Technology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Effects of excessive smartphone use on anxiety, depression and sleep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Gaming disorder: criteria, prevalence and treatment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Social media comparison, cyberbullying and body image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Digital detox strategies and healthy online engagement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45: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Effects of excessive smartphone use on anxiety, depression and sleep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Gaming disorder: criteria, prevalence and treatment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Social media comparison, cyberbullying and body image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Digital detox strategies and healthy online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Technology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Digital wellness audit: tracking screen time and setting healthy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technology and mental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Social Media and Young Peoples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Cybersmile Foundation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Centre for Humane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45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Technology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45: Technology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