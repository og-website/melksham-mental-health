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Mens Mental Health and Masculinity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Traditional masculinity norms hindering help-seeking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Mens mental health statistics: higher suicide rates, less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Anger, substance use and risk-taking as hidden distress signals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Gender-sensitive outreach and peer support strategies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Traditional masculinity norms hindering help-seeking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Mens mental health statistics: higher suicide rates, less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Anger, substance use and risk-taking as hidden distress signals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Gender-sensitive outreach and peer support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Mens Mental Health and Masculinity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Mens peer group discussion: redefining strength and asking for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mens mental health and masculinity?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Movember Foundation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Andys Man Club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CALM: Campaign Against Living Miserably 0800 585858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Mens Mental Health and Masculinity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48: Mens Mental Health and Masculinity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