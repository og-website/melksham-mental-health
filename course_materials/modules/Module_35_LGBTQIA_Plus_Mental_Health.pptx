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LGBTQIA Plus Mental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Higher rates of depression, self-harm and suicidal thoughts in LGBTQIA+ people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Caused by discrimination, homophobia, transphobia and rejection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Minority stress model: chronic stressors from marginalisation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Affirmative therapy and community support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35: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Higher rates of depression, self-harm and suicidal thoughts in LGBTQIA+ people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Caused by discrimination, homophobia, transphobia and rejection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Minority stress model: chronic stressors from marginalisation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Affirmative therapy and community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LGBTQIA Plus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Allyship training: affirmative language and supportive environments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lgbtqia plus mental health?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Stonewall UK: LGBTQ+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Mermaids UK: Trans Young People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LGBT Foundation: 0345 3 30 30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35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LGBTQIA Plus Mental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35: LGBTQIA Plus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