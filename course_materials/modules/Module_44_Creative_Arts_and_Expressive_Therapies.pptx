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Creative Arts and Expressive Therapies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Art therapy: using visual art to process emotions and trauma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Music therapy: rhythm, sound and emotional expression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Dance and movement therapy: body-based processing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Writing and journalling as therapeutic tools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44: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Art therapy: using visual art to process emotions and trauma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Music therapy: rhythm, sound and emotional expression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Dance and movement therapy: body-based processing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Writing and journalling as therapeutic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Creative Arts and Expressive Therapies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Creative expression workshop: participants create a visual or written piece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creative arts and expressive therapies?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British Association of Art Therapists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British Association for Music Therapy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Lapidus UK: Words and Wellbeing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44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Creative Arts and Expressive Therapies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44: Creative Arts and Expressive Therapies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