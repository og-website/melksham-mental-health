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Mood Disorders: Bipolar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Bipolar I and II disorders: key differences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Manic episodes: elevated mood, reduced sleep, impulsivity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Depressive episodes: low mood, fatigue, hopelessness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Medication adherence and early warning signs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Bipolar I and II disorders: key differences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Manic episodes: elevated mood, reduced sleep, impulsivity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Depressive episodes: low mood, fatigue, hopelessness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Medication adherence and early warning 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Mood Disorders: Bipolar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Mood journaling and episode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mood disorders: bipolar disorder?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Bipolar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Bipolar UK: Support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Bipolar Disorder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Mood Disorders: Bipolar Disorder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12: Mood Disorders: Bipolar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