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Parenting Stress and Paternal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Mental-health impacts of parenting: sleep deprivation, identity shift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One in ten dads experience postpartum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5 to 15 percent of new fathers develop anxiety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Coping strategies and support for parents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31: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Mental-health impacts of parenting: sleep deprivation, identity shift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One in ten dads experience postpartum depression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5 to 15 percent of new fathers develop anxiety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Coping strategies and support for parents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Parenting Stress and Paternal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Peer support circles: normalising parenting struggles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parenting stress and paternal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Pandas Foundation UK: Perinatal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Dad Matters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Mental Health for New Dads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Parenting Stress and Paternal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31: Parenting Stress and Paternal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