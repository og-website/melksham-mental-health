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Spirituality and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Spirituality, religion and personal meaning supporting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Research on spiritual wellbeing and psychological resilience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Spiritual abuse and faith-related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Supporting clients with diverse spiritual and religious beliefs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Spirituality, religion and personal meaning supporting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Research on spiritual wellbeing and psychological resilience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Spiritual abuse and faith-related trauma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Supporting clients with diverse spiritual and religious beliefs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Spirituality and Meaning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Values clarification exercise: exploring sources of meaning and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spirituality and meaning?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Royal College of Psychiatrists: Spirituality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Spirituality and Mental Health Forum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Samaritans: 116 123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Spirituality and Meaning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47: Spirituality and Meaning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