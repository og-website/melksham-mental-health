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Relationships and Attachment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Healthy relationship skills: communication, empathy, boundaries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Effects of codependency and insecure attachment styles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How trauma and mental illness affect partnerships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Building secure and supportive relationships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Healthy relationship skills: communication, empathy, boundaries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Effects of codependency and insecure attachment styles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How trauma and mental illness affect partnerships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Building secure and supportive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Relationships and Attachment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Attachment style reflection and healthy communication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relationships and attachment?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Relate UK: Relationship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Relationships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Relationship Counselling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Relationships and Attachment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30: Relationships and Attachment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