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Mood Disorders: Seasonal and Persistent Depressive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Seasonal affective disorder (SAD): winter-pattern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Dysthymia (persistent depressive disorder): chronic low mood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Cyclothymia: mild mood fluctuations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Light therapy, behavioural activation, and seasonal coping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13: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Seasonal affective disorder (SAD): winter-pattern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Dysthymia (persistent depressive disorder): chronic low mood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Cyclothymia: mild mood fluctuations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Light therapy, behavioural activation, and seasonal coping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Mood Disorders: Seasonal and Persistent Depressive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Seasonal wellness planning: building a winter wellbeing 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mood disorders: seasonal and persistent depressive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Seasonal Affective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Seasonal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SADA: Seasonal Affective Disorder Association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13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Mood Disorders: Seasonal and Persistent Depressive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13: Mood Disorders: Seasonal and Persistent Depressive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