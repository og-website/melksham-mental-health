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9144000" cy="18288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A0A0A"/>
                </a:solidFill>
              </a:rPr>
              <a:t>Module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7589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0A0A0A"/>
                </a:solidFill>
              </a:rPr>
              <a:t>Trauma and Stress: Self-harm and Suicide Prevention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574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6600"/>
                </a:solidFill>
              </a:rPr>
              <a:t>Melksham Mental Health — Comprehensive Course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06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CCCC"/>
                </a:solidFill>
              </a:rPr>
              <a:t>2-hour session  •  Includes 30-minute group discussion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Session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Introduction and Objectives  (15 min) — Key terms and learning goals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Evidence-Based Content  (45 min) — Research, risk factors and treatments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Interactive Activity  (30 min) — Polls, reflection and role-play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Group Discussion  (30 min) — Confidential sharing and peer learning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Wrap-Up and Resources  (15 min) — Summary, helplines and further reading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Learning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Understand Understanding reasons for self-harm: relief of distress, self-punishment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Understand Common behaviours and harm-reduction strategies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Understand Recognising warning signs in others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Understand Safety planning and crisis resources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Apply coping strategies and evidence-based techniques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Identify when and how to access professional support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Module 10: Key Topics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Understanding reasons for self-harm: relief of distress, self-punishment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Common behaviours and harm-reduction strategies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Recognising warning signs in others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Safety planning and crisis resources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Evidence and Research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Topic: Trauma and Stress: Self-harm and Suicide Prevention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Evidence-based approaches are used throughout this session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Content drawn from NHS guidelines, NICE, WHO and peer-reviewed research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UK-specific statistics and resources are prioritised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All content reviewed for accuracy and safety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4864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6600"/>
                </a:solidFill>
              </a:rPr>
              <a:t>This content does not replace professional mental health advice.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Interactive Activity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0F0F0"/>
                </a:solidFill>
              </a:rPr>
              <a:t>Safety planning exercise and practising supportive conversations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6600"/>
                </a:solidFill>
              </a:rPr>
              <a:t>Instructions: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48056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CCCCCC"/>
                </a:solidFill>
              </a:rPr>
              <a:t>• Take 5 minutes to reflect individually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CCCCCC"/>
                </a:solidFill>
              </a:rPr>
              <a:t>• Share your thoughts with the group (optional — sharing is never required)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CCCCCC"/>
                </a:solidFill>
              </a:rPr>
              <a:t>• Facilitator will guide the discussion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Group Discussion (30 minutes)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6600"/>
                </a:solidFill>
              </a:rPr>
              <a:t>Reflection Questions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What stood out most to you about trauma and stress: self-harm and suicide prevention?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Has this topic affected you, or someone you know?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What barriers prevent people from seeking help with this?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What one thing could you do differently after today?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What support is available in our community?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1206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6600"/>
                </a:solidFill>
              </a:rPr>
              <a:t>Remember: You are never alone. Help is always available.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Resources and Further Support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6600"/>
                </a:solidFill>
              </a:rPr>
              <a:t>Key References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Samaritans: 116 123 (24/7)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Crisis Text Line: Text SHOUT to 85258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PAPYRUS UK: Young Peoples Suicide Prevention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2972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6600"/>
                </a:solidFill>
              </a:rPr>
              <a:t>Crisis Support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Emergency: 999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NHS 111: 24/7 urgent mental health support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Samaritans: 116 123 (free, 24/7)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Shout Crisis Text: Text SHOUT to 85258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Wiltshire Crisis Line: 0800 953 0110 (24/7)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9144000" cy="18288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7589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A0A0A"/>
                </a:solidFill>
              </a:rPr>
              <a:t>Module 10 Complete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0A0A0A"/>
                </a:solidFill>
              </a:rPr>
              <a:t>Trauma and Stress: Self-harm and Suicide Prevention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5740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You have completed Module 10: Trauma and Stress: Self-harm and Suicide Prevention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Key concepts and evidence-based strategies have been explored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Please complete the post-session reflection form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Access course materials and handouts in the Members Portal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Our next session builds on today's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6600"/>
                </a:solidFill>
              </a:rPr>
              <a:t>melksham-mentalhealth.us  |  Melksham-mental-health@outlook.com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