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Military and Veteran Mental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Combat-related PTSD: prevalence, symptoms and treatment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Moral injury: guilt and shame from combat experiences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Traumatic brain injury (TBI) and its mental health consequences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Reintegration challenges and substance use in veterans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49: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Combat-related PTSD: prevalence, symptoms and treatment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Moral injury: guilt and shame from combat experiences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Traumatic brain injury (TBI) and its mental health consequences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Reintegration challenges and substance use in veterans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Military and Veteran Mental 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Reintegration planning: building civilian support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military and veteran mental health?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Combat Stress UK: 0800 138 1619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Veterans UK: 0808 1914 218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Help for Heroes 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49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Military and Veteran Mental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49: Military and Veteran Mental 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