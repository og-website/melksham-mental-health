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Chronic Pain and Pain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Interplay between chronic pain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Increased risk of depression and anxiety with chronic pain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Cognitive behavioural therapy (CBT) for chronic pain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Pacing, mindfulness and acceptance-based approaches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40: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Interplay between chronic pain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Increased risk of depression and anxiety with chronic pain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Cognitive behavioural therapy (CBT) for chronic pain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Pacing, mindfulness and acceptance-based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Chronic Pain and Pain Management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Pain management planning: activity pacing and coping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chronic pain and pain management?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Pain UK: Chronic Pain Resources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British Pain Society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Chronic Pain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40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Chronic Pain and Pain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40: Chronic Pain and Pain Management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