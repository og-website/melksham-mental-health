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Anxiety Disorders: Phobias and Panic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Specific phobias: triggers, avoidance and impact on daily life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Social anxiety: fear of judgment and embarrassment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Panic disorder: unexpected panic attacks and anticipatory anxiety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Exposure therapy, relaxation exercises and breathing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15: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Specific phobias: triggers, avoidance and impact on daily life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Social anxiety: fear of judgment and embarrassment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Panic disorder: unexpected panic attacks and anticipatory anxiety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Exposure therapy, relaxation exercises and breathing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Anxiety Disorders: Phobias and Panic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Graduated exposure hierarchy: creating a fear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anxiety disorders: phobias and panic disorder?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Phobias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Panic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No Panic UK: Support Helpline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15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Anxiety Disorders: Phobias and Panic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15: Anxiety Disorders: Phobias and Panic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