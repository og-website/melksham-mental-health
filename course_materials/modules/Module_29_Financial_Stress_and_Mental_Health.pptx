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Financial Stress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Mental health issues leading to overspending and bill avoidance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Money problems triggering anxiety, panic and shame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The debt-mental health cycle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Budgeting tools, benefits advice and debt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29: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 health issues leading to overspending and bill avoidance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Money problems triggering anxiety, panic and shame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The debt-mental health cycle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Budgeting tools, benefits advice and debt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Financial Stress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Financial wellbeing planning: small steps toward financial 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financial stress and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Money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Money and Mental Health Policy Institute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Citizens Advice UK: Debt 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29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Financial Stress and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29: Financial Stress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