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</a:rPr>
              <a:t>Module 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</a:rPr>
              <a:t>Grief and Bereavement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AAAA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00000"/>
            <a:ext cx="82296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Grief is a natural response to loss, but for some people it becomes complicated and requires professional support. This module explores the models of grief, the features of complicated grief, and the evidence-based interventions that support people through bereavement.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Introduction &amp; Objectives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Evidence-Based Content  (45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Case Study  (15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Interactive Activity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Group Discussion  (30 min)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Wrap-Up &amp; Resources  (15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the major models of grief: Kübler-Ross, Worden and the Dual Process Model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Distinguish between normal grief and complicated grief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Identify the factors that complicate bereavement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Explore evidence-based interventions for complicated grief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Develop skills for supporting someone who is bereaved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Understand cultural variations in grief and mourning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Module 31: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Grief: the emotional, cognitive, physical and social response to loss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Kübler-Ross: denial, anger, bargaining, depression, acceptance (non-linear)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Worden's tasks of mourning: accepting reality, processing pain, adjusting, finding connection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Dual Process Model: oscillating between loss-orientation and restoration-orientation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Complicated grief disorder: persistent, intense grief lasting 12+ months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Risk factors: sudden or traumatic death, multiple losses, lack of social support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Cultural variations: how different cultures express and ritualise grief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Key Statistics &amp; Prevalence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Bereavement affects approximately 600,000 people per year in England and Wales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10–15% of bereaved people develop complicated grief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Suicide risk doubles in the first year following bereavement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Bereaved spouses have a 66% increased risk of dying in the first 3 months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Bereavement support reduces complicated grief and improves mental health outcomes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COVID-19: 1 in 4 bereaved people during the pandemic developed complicated grief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Evidence &amp;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Complicated grief therapy (CGT) is effective for complicated grief disorder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CBT for grief addresses avoidance and negative cognitions related to the loss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Grief counselling is effective for uncomplicated grief in the short term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 groups reduce isolation and normalise the grief experience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Meaning-making therapy helps bereaved people find purpose after loss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Online bereavement support is effective and accessible for isolated individuals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0F0F0"/>
                </a:solidFill>
              </a:rPr>
              <a:t>Robert, 65, lost his wife of 40 years to cancer. He struggled to accept her death and continued to set a place for her at the dinner table. He avoided all reminders of her and became increasingly isolated. After 18 months, his GP referred him to a complicated grief therapy programme. With support, Robert was able to process his loss, maintain a continuing bond with his wife's memory and gradually re-engage with life. He began volunteering with a bereavement charity.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00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AAAAA"/>
                </a:solidFill>
              </a:rPr>
              <a:t>Names and details are fictional. Any resemblance to real persons is coincidental.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Coping Strategies &amp; Interventions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Complicated grief therapy (CGT): evidence-based treatment for complicated grief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CBT for grief: addressing avoidance and negative cognitions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Grief counselling: supportive, person-centred counselling for bereavement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Peer support groups: Cruse Bereavement Support, Winston's Wish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Meaning-making: finding purpose and continuing bonds after loss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Self-care: maintaining routines, physical health and social connections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Memorial activities: rituals, memory boxes and continuing bonds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F0F0"/>
                </a:solidFill>
              </a:rPr>
              <a:t>Letter to the lost: Participants write a brief letter to someone or something they have lost (a person, a relationship, a role, a phase of life). Discuss: What does grief feel like? What helps people move through grief? What makes grief complicated?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00000"/>
            <a:ext cx="82296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Take 5 minutes to reflect individually or in pairs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AAAAA"/>
                </a:solidFill>
              </a:rPr>
              <a:t>• Facilitator will guide and support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Reflection 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0000"/>
            <a:ext cx="82296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models of grief resonate most with your experience or understanding?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factors make grief more complicated?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does culture affect how we grieve and seek support?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How can we support someone who is bereaved without minimising their loss?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What bereavement services are available in Melksham and Wiltshire?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00"/>
                </a:solidFill>
              </a:rPr>
              <a:t>Remember: You are never alone. Help is always 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6B00"/>
                </a:solidFill>
              </a:rPr>
              <a:t>Resources &amp;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FBF"/>
                </a:solidFill>
              </a:rPr>
              <a:t>Key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0000"/>
            <a:ext cx="82296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Cruse Bereavement Support: cruse.org.uk / 0808 808 1677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Winston's Wish (child bereavement): winstonswish.org / 08088 020 021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Mind UK: Bereavement (mind.org.uk)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NHS: Grief after bereavement or loss (nhs.uk)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F0F0F0"/>
                </a:solidFill>
              </a:rPr>
              <a:t>• Samaritans: 116 123 (free, 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00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Crisis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50000"/>
            <a:ext cx="82296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Wiltshire Crisis Line: 0800 953 0110 (24/7)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AAAAAA"/>
                </a:solidFill>
              </a:rPr>
              <a:t>• PAPYRUS (under 35): 0800 068 4141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</a:rPr>
              <a:t>Module 31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0000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Grief and Bereavement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0000"/>
            <a:ext cx="82296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You have completed Module 31: Grief and Bereavement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58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AAAAA"/>
                </a:solidFill>
              </a:rPr>
              <a:t>melksham-mentalhealth.us  |  Melksham-mental-health@outlook.com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AAAAA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