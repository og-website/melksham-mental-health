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00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</a:rPr>
              <a:t>Module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</a:rPr>
              <a:t>Nutrition and Gut-Brain Connection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0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AAAA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melksham-mentalhealth.us  |  Melksham-mental-health@outlook.com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00000"/>
            <a:ext cx="8229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</a:rPr>
              <a:t>The relationship between nutrition and mental health is an emerging and exciting field. This module explores the gut-brain axis, the role of diet in depression and anxiety, and the evidence-based nutritional strategies that support mental wellbeing.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0000"/>
            <a:ext cx="82296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Introduction &amp; Objectives  (15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Evidence-Based Content  (45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Case Study  (15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Interactive Activity  (30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Group Discussion  (30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Wrap-Up &amp; Resources  (15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Understand the gut-brain axis and its role in mental health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Identify the key nutrients that support mental health: omega-3, B vitamins, magnesium, zinc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Explore the evidence for dietary patterns in depression and anxiety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Understand the impact of ultra-processed foods on mental health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Develop practical nutritional strategies for mental wellbeing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Know the limits of nutritional psychiatry and the importance of professional guidance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Module 44: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Gut-brain axis: bidirectional communication between the gut microbiome and the brain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Serotonin: 90% is produced in the gut; diet affects serotonin production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Key nutrients: omega-3 fatty acids, B vitamins (B12, folate), magnesium, zinc, iron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Mediterranean diet: associated with 30% reduced risk of depression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Ultra-processed foods: associated with increased risk of depression and anxiety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Nutritional psychiatry: an emerging field studying diet-mental health relationships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Practical strategies: increasing whole foods, reducing ultra-processed foods, hydration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Key Statistics &amp; Prevalence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Mediterranean diet is associated with 30% reduced risk of depression (Jacka et al., 2017)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Ultra-processed food consumption is associated with 44% increased risk of depression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Omega-3 deficiency is associated with increased risk of depression and ADHD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70% of the immune system is located in the gut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Gut microbiome diversity is significantly reduced in people with depression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Nutritional psychiatry is now recognised as a legitimate field by the Royal College of Psychiatrists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Evidence &amp;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Mediterranean diet significantly reduces depression risk (Jacka et al., 2017)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Omega-3 supplementation reduces depression symptoms in clinical trials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Probiotics improve mood and reduce anxiety in randomised controlled trials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Ultra-processed foods increase inflammation, which is linked to depression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B12 and folate deficiency are associated with increased risk of depression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Nutritional interventions are most effective as an adjunct to psychological therapy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0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</a:rPr>
              <a:t>Maria, 35, had experienced depression for five years and had tried multiple antidepressants with limited success. Her psychiatrist suggested a nutritional assessment. Maria was found to be deficient in vitamin D, B12 and omega-3. She began supplementation and adopted a Mediterranean-style diet. Within three months, her mood had improved significantly. While nutrition alone was not a cure, it was an important component of her recovery alongside therapy.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0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Names and details are fictional. Any resemblance to real persons is coincidental.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Coping Strategies &amp; Interventions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Mediterranean diet: olive oil, fish, vegetables, legumes, nuts, whole grains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Omega-3 supplementation: fish oil or algae-based omega-3 for vegetarians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Probiotics: fermented foods (yoghurt, kefir, kimchi, sauerkraut) and supplements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B12 and folate: meat, fish, eggs, dairy, fortified foods and supplements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Hydration: adequate water intake supports cognitive function and mood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Reducing ultra-processed foods: cooking from scratch, reading food labels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Professional guidance: dietitian referral for complex nutritional 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F0F0"/>
                </a:solidFill>
              </a:rPr>
              <a:t>Food and mood diary: Participants track their food intake and mood for one week, looking for patterns between diet and mental health. Discuss: What connections do you notice between what you eat and how you feel? What one dietary change could you make to support your mental health?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0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00000"/>
            <a:ext cx="8229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Take 5 minutes to reflect individually or in pairs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Facilitator will guide and support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FBF"/>
                </a:solidFill>
              </a:rPr>
              <a:t>Reflection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000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How does diet affect your mood and mental health?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is the gut-brain axis and why does it matter for mental health?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dietary changes could support mental wellbeing?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are the limits of nutritional psychiatry?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Where can you access nutritional support in Wiltshire?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00"/>
                </a:solidFill>
              </a:rPr>
              <a:t>Remember: You are never alone. Help is always available.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Resources &amp;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FBF"/>
                </a:solidFill>
              </a:rPr>
              <a:t>Key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00000"/>
            <a:ext cx="82296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Mental Health Foundation: Diet and mental health (mentalhealth.org.uk)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Mind UK: Food and mood (mind.org.uk)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NHS: Eat well (nhs.uk/live-well/eat-well)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Nutritional psychiatry: Royal College of Psychiatrists (rcpsych.ac.uk)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British Dietetic Association: bda.uk.com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00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00"/>
                </a:solidFill>
              </a:rPr>
              <a:t>Crisis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50000"/>
            <a:ext cx="82296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Wiltshire Crisis Line: 0800 953 0110 (24/7)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PAPYRUS (under 35): 0800 068 4141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00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</a:rPr>
              <a:t>Module 44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000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Nutrition and Gut-Brain Connection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0000"/>
            <a:ext cx="82296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You have completed Module 44: Nutrition and Gut-Brain Connection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AA"/>
                </a:solidFill>
              </a:rPr>
              <a:t>melksham-mentalhealth.us  |  Melksham-mental-health@outlook.com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