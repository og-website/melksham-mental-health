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Recovery and Rehabilitation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Recovery in mental health is not the absence of symptoms but a deeply personal journey of building a meaningful life. This module explores the recovery model, the role of peer support, social inclusion and rehabilitation, and the services that help people live well with mental health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recovery model and its principles: hope, agency, identity, meaning, social inclusion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Distinguish between clinical recovery and personal recovery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the role of peer support in mental health recovery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psychiatric rehabilitation and its goals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barriers to recovery and how to address them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Know the recovery-oriented services available in Wiltshire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38: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Recovery model: hope, agency, identity, meaning and social inclusion (CHIME framework)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Clinical recovery: reduction of symptoms and return to previous functioning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Personal recovery: building a meaningful life regardless of symptoms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support: the power of shared lived experience in recovery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Recovery colleges: co-produced education programmes for mental health recovery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Psychiatric rehabilitation: improving functioning and community participation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Social inclusion: employment, housing, relationships and community involvement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Recovery is possible for the majority of people with mental health conditions (NHS England)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 reduces hospitalisation by 25% and improves recovery outcomes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Recovery colleges: 90% of participants report improved wellbeing and confidence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Employment: only 8% of people with severe mental illness are in paid employment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Housing: 30% of people with severe mental illness are homeless or in insecure housing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Social inclusion significantly improves mental health outcomes and quality of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 (NG185): recommends recovery-oriented practice for all mental health services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 is as effective as professional support for many recovery outcomes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Individual Placement and Support (IPS) significantly improves employment outcomes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Recovery colleges improve wellbeing, confidence and social inclusion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Supported housing reduces hospitalisation and improves quality of life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Advance directives improve person-centred care and reduce compulsory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Sarah, 38, had lived with bipolar disorder for 15 years and had experienced multiple hospitalisations. She felt defined by her diagnosis and had lost hope of living a meaningful life. After joining a recovery college, Sarah began to see her experiences as part of her identity rather than her whole identity. She trained as a peer support worker and began supporting others in their recovery. Sarah now works part-time and describes her life as 'full and meaningful'.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Recovery colleges: co-produced education programmes for mental health recovery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support: trained peer support workers with lived experience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Individual Placement and Support (IPS): evidence-based supported employment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Supported housing: step-down accommodation with mental health support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Advance directives: planning for future mental health crises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Social inclusion: community activities, volunteering and meaningful roles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Self-management: WRAP (Wellness Recovery Action Plan) and personal recovery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WRAP planning: Participants begin developing their own Wellness Recovery Action Plan (WRAP) — identifying wellness tools, daily maintenance plans, early warning signs and crisis plans. Discuss: What does recovery mean to you? What helps you stay well?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does 'recovery' mean to you — is it the absence of symptoms or something more?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role does hope play in mental health recovery?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can peer support complement professional mental health services?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barriers prevent people with mental health conditions from living full lives?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recovery-oriented services are available in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 UK: Recovery (mind.org.uk)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Rethink Mental Illness: rethink.org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Recovery in the Bin: recoveryinthebin.org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 England: Recovery (england.nhs.uk)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Wiltshire Recovery College: wiltshirehealthandcare.nhs.uk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38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Recovery and Rehabilitation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38: Recovery and Rehabilitation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