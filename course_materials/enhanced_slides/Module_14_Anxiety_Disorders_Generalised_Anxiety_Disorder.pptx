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Anxiety Disorders: Generalised Anxiety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Generalised anxiety disorder (GAD) is characterised by persistent, excessive worry about a range of topics that is difficult to control. This module explores the cognitive, physiological and behavioural features of GAD, and the evidence-based treatments that help people manage anxiety and reclaim their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Define generalised anxiety disorder and its diagnostic criteria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cognitive model of anxiety: worry, threat appraisal and safety behaviours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physiological symptoms of anxiety and the role of the autonomic nervous system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evidence-based treatments: CBT, mindfulness, medication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practical anxiety management techniques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Distinguish between helpful and unhelpful worry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14: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GAD criteria: excessive worry about multiple topics, difficult to control, 6+ months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Physical symptoms: muscle tension, restlessness, fatigue, concentration difficulties, sleep disturbance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Cognitive features: catastrophising, intolerance of uncertainty, worry as a coping strategy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Safety behaviours: reassurance-seeking, avoidance, checking — maintain anxiety long-term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CBT for GAD: worry postponement, cognitive restructuring, behavioural experiments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Mindfulness: observing worry without engaging with it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Medication: SSRIs, SNRIs and pregabalin for moderate-severe GAD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GAD affects 5.9% of adults in England (NHS England, 2023)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GAD is the most common anxiety disorder in primary care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Only 1 in 3 people with GAD receive treatment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GAD costs the UK economy £8.9 billion annually in lost productivity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Comorbidity: 90% of people with GAD have at least one other mental health condition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Women are twice as likely to be diagnosed with GAD as 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(CG113): recommends CBT as first-line treatment for GAD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Worry postponement reduces the frequency and intensity of worry episodes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Intolerance of uncertainty is the central maintaining factor in GAD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Mindfulness-based approaches are effective for GAD as an adjunct to CBT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Pregabalin is NICE-recommended for GAD when psychological therapy is insufficient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Lifestyle factors: regular exercise, reduced caffeine and alcohol significantly reduce anxiety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Nadia, 31, had worried excessively for as long as she could remember — about health, finances, relationships and work. She spent hours each day seeking reassurance from friends and family, which provided only brief relief. After a referral to IAPT, Nadia began CBT for GAD. She learned to postpone worry to a designated 'worry time', challenge catastrophic predictions and tolerate uncertainty. After 12 sessions, her GAD-7 score dropped from 18 to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CBT for GAD: worry postponement, cognitive restructuring, behavioural experiments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Mindfulness: observing anxious thoughts without engaging or avoiding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Progressive muscle relaxation: systematic tension and release of muscle groups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Diaphragmatic breathing: slow, deep breathing to activate the parasympathetic nervous system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Medication: SSRIs (sertraline), SNRIs (venlafaxine) and pregabalin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Lifestyle: regular exercise, reduced caffeine and alcohol, consistent sleep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Acceptance and Commitment Therapy (ACT): defusion from anxious thoughts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Worry postponement exercise: Participants practise scheduling a 15-minute 'worry time' and writing down worries that arise outside this time. Discuss: How does postponing worry change your relationship with anxious thoughts? What happens to worries when you return to them later?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is the difference between helpful concern and unhelpful worry?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anxiety affect your body, thoughts and behaviour?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safety behaviours do you use — and do they help in the long run?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intolerance of uncertainty fuel anxiety?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NHS and voluntary sector support is available for anxiety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 Guideline CG113: Generalised anxiety disorder and panic disorder (2011, updated 2020)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Anxiety and panic attacks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Generalised anxiety disorder (nhs.uk/conditions/generalised-anxiety-disorder)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Anxiety UK: anxietyuk.org.uk / 03444 775 774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No Panic: nopanic.org.uk / 0300 772 9844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14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Anxiety Disorders: Generalised Anxiety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14: Anxiety Disorders: Generalised Anxiety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