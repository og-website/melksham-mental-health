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</a:rPr>
              <a:t>Anxiety Disorders: Phobias and Panic Disorder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0000"/>
            <a:ext cx="8229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Specific phobias, social anxiety disorder and panic disorder are among the most prevalent anxiety disorders. This module explores their features, the role of avoidance in maintaining fear, and the evidence-based treatments — particularly exposure therapy — that help people overcome their fears.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Introduction &amp; Objectives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Evidence-Based Content  (45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Case Study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Interactive Activity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Group Discussion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Wrap-Up &amp; Resources  (15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Define specific phobias, social anxiety disorder and panic disorder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Understand the role of avoidance in maintaining phobias and panic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Identify the physiological features of a panic attack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Explore the cognitive model of panic: catastrophic misinterpretation of bodily sensations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Learn exposure therapy principles and graded exposure hierarchies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Develop skills for supporting someone experiencing a panic attack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Module 15: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Specific phobias: intense, irrational fear of specific objects or situations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Common phobias: spiders, heights, flying, needles, vomit, open spaces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Social anxiety disorder: fear of negative evaluation in social situations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Panic disorder: recurrent unexpected panic attacks with anticipatory anxiety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The panic cycle: physical sensation, catastrophic thought, increased anxiety, more sensations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Exposure therapy: gradual, systematic confrontation of feared stimuli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Interoceptive exposure: deliberately inducing physical sensations to reduce fear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Key Statistics &amp; Prevalence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Specific phobias: lifetime prevalence of 10% in the UK population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Social anxiety disorder: 13% lifetime prevalence worldwide (most common anxiety disorder)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Panic disorder affects 2–3% of the UK population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Agoraphobia affects 1.7% of adults in England (NHS England)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Exposure therapy is effective for 90% of people with specific phobias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Social anxiety disorder often begins in adolescence and persists without treatment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Evidence &amp;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NICE (CG113): recommends CBT with exposure as first-line treatment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Avoidance is the primary mechanism that maintains phobias and panic disorder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Graded exposure reduces fear through habituation and inhibitory learning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Virtual reality exposure therapy is emerging as an effective alternative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Medication: SSRIs for social anxiety and panic disorder; beta-blockers for performance anxiety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Safety behaviours during exposure reduce the effectiveness of treatment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James, 26, developed a fear of flying following a turbulent flight. He began avoiding all travel involving planes, which affected his career and relationships. His therapist used a graded exposure hierarchy, starting with watching videos of planes, then visiting an airport, then taking a short flight with the therapist present. Each step was repeated until anxiety reduced. After eight sessions, James flew to Spain for a holiday — the first in five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Names and details are fictional. Any resemblance to real persons is coincidental.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Coping Strategies &amp; Interventions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Graded exposure: systematic, gradual confrontation of feared stimuli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Interoceptive exposure: deliberately inducing physical sensations (spinning, breathing fast)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Cognitive restructuring: challenging catastrophic predictions about feared situations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Breathing retraining: slow, controlled breathing during panic attacks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Applied relaxation: progressive muscle relaxation applied in feared situations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Medication: SSRIs for social anxiety and panic disorder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Virtual reality exposure therapy: emerging technology for phobia treatment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0F0"/>
                </a:solidFill>
              </a:rPr>
              <a:t>Graded exposure hierarchy exercise: Participants create a fear hierarchy for a common anxiety-provoking situation (e.g., public speaking, social situations). Rate each step from 0–100 (SUDS). Discuss: How does gradual exposure reduce fear? What makes avoidance feel safer in the short term?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00000"/>
            <a:ext cx="8229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Take 5 minutes to reflect individually or in pairs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Facilitator will guide and support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Reflection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000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phobias or anxieties do you or people you know experience?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does avoidance maintain anxiety in the long term?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does a panic attack feel like — and how can we respond helpfully?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can we support someone with social anxiety in group settings?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exposure therapy services are available in Wiltshire?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00"/>
                </a:solidFill>
              </a:rPr>
              <a:t>Remember: You are never alone. Help is always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Resources &amp;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Key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0000"/>
            <a:ext cx="82296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NICE Guideline CG113: Generalised anxiety disorder and panic disorder (2011)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NICE Guideline CG159: Social anxiety disorder (2013)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Anxiety UK: anxietyuk.org.uk / 03444 775 774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No Panic: nopanic.org.uk / 0300 772 9844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NHS: Phobias (nhs.uk/conditions/phobias)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00"/>
                </a:solidFill>
              </a:rPr>
              <a:t>Crisis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50000"/>
            <a:ext cx="82296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Wiltshire Crisis Line: 0800 953 0110 (24/7)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PAPYRUS (under 35): 0800 068 4141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</a:rPr>
              <a:t>Module 15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Anxiety Disorders: Phobias and Panic Disorder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You have completed Module 15: Anxiety Disorders: Phobias and Panic Disorder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