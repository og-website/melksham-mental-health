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00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</a:rPr>
              <a:t>Module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</a:rPr>
              <a:t>Trauma and Stress: Self-Harm and Suicide Prevention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0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AAAA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melksham-mentalhealth.us  |  Melksham-mental-health@outlook.com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00000"/>
            <a:ext cx="8229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0"/>
                </a:solidFill>
              </a:rPr>
              <a:t>Self-harm and suicide are serious public health concerns requiring sensitive, evidence-based responses. This module explores the reasons behind self-harm, common behaviours, harm-reduction approaches, and the skills needed to support someone in crisis — including safety planning and signposting.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0000"/>
            <a:ext cx="82296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Introduction &amp; Objectives  (15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Evidence-Based Content  (45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Case Study  (15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Interactive Activity  (30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Group Discussion  (30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Wrap-Up &amp; Resources  (15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Understand the functions of self-harm and distinguish it from suicidal intent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Identify common self-harm behaviours and their prevalence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Develop a non-judgemental, compassionate response to self-harm disclosure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Understand suicide risk factors, warning signs and protective factors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Learn and practise safety planning with someone at risk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Know the crisis resources and referral pathways available in Wiltshire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Module 10: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Self-harm: deliberate injury to the body as a way of coping with emotional distress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Functions: relief of distress, self-punishment, communication, feeling real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Common behaviours: cutting, burning, hitting, hair pulling, overdosing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Suicide risk factors: previous attempts, mental illness, isolation, substance use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Warning signs: giving away possessions, saying goodbye, increased hopelessness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Protective factors: social connection, reasons for living, access to support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Safety planning: a collaborative, personalised crisis management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Key Statistics &amp; Prevalence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1 in 6 young people self-harm at some point (Mental Health Foundation, 2022)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UK suicide rate: 10.7 per 100,000 in 2022 (ONS); 5,642 deaths registered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Men account for 75% of suicide deaths in the UK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Suicide is the leading cause of death in people aged 5–34 in the UK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Self-harm is the strongest predictor of future suicide attempts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Wiltshire: approximately 60 suicide deaths per year (Wiltshire Council, 2022)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Evidence &amp;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NICE (NG225): recommends compassionate, non-judgemental care for self-harm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Safety planning reduces suicide attempts by up to 45% (Stanley &amp; Brown, 2012)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Means restriction (e.g., medication packaging limits) reduces suicide rates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DBT reduces self-harm and suicidal behaviour by 50% in high-risk groups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Safe messaging guidelines: how to talk about suicide without increasing risk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Zero Suicide Alliance training improves confidence in supporting people at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0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0"/>
                </a:solidFill>
              </a:rPr>
              <a:t>Leah, 17, had been cutting herself for two years as a way of managing overwhelming emotions. She told her school counsellor after a friend expressed concern. The counsellor responded with compassion and without judgement, and worked with Leah to develop a safety plan. Leah was referred to CAMHS and began dialectical behaviour therapy (DBT), which taught her distress tolerance and emotion regulation skills. Over 18 months, Leah's self-harm reduced significantly.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0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Names and details are fictional. Any resemblance to real persons is coincidental.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Coping Strategies &amp; Interventions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Safety planning: a personalised, collaborative crisis management tool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Distress tolerance skills: DBT techniques (TIPP, ACCEPTS, self-soothe)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Emotion regulation: identifying and labelling emotions, opposite action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Means restriction: reducing access to lethal means during crisis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Crisis line access: Samaritans 116 123, Shout 85258, Wiltshire 0800 953 0110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Compassionate self-care: treating self-harm with curiosity rather than shame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Peer support: lived experience groups and online communities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0F0F0"/>
                </a:solidFill>
              </a:rPr>
              <a:t>Safety planning practice: In pairs, participants practise the key components of a safety plan: warning signs, internal coping strategies, social contacts, professional contacts and means restriction. Discuss: What makes a safety plan effective? What are the limits of safety planning?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0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00000"/>
            <a:ext cx="8229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Take 5 minutes to reflect individually or in pairs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Facilitator will guide and support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FBF"/>
                </a:solidFill>
              </a:rPr>
              <a:t>Reflection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0000"/>
            <a:ext cx="82296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How do you feel about self-harm — what emotions does it bring up?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What would you say to someone who disclosed self-harm to you?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How can we talk about suicide safely without increasing risk?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What are the most important elements of a safety plan?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What crisis resources are available in Melksham and Wiltshire?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00"/>
                </a:solidFill>
              </a:rPr>
              <a:t>Remember: You are never alone. Help is always available.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Resources &amp;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FBF"/>
                </a:solidFill>
              </a:rPr>
              <a:t>Key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00000"/>
            <a:ext cx="82296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NICE Guideline NG225: Self-harm (2022)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Samaritans: 116 123 (free, 24/7) / samaritans.org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Shout Crisis Text Line: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PAPYRUS (under 35): 0800 068 4141 / papyrus-uk.org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00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00"/>
                </a:solidFill>
              </a:rPr>
              <a:t>Crisis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50000"/>
            <a:ext cx="82296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Wiltshire Crisis Line: 0800 953 0110 (24/7)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PAPYRUS (under 35): 0800 068 4141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00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</a:rPr>
              <a:t>Module 10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000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Trauma and Stress: Self-Harm and Suicide Prevention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0000"/>
            <a:ext cx="82296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You have completed Module 10: Trauma and Stress: Self-Harm and Suicide Prevention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AAAA"/>
                </a:solidFill>
              </a:rPr>
              <a:t>melksham-mentalhealth.us  |  Melksham-mental-health@outlook.com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