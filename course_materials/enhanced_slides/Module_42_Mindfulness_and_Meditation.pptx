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Mindfulness and Meditation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Mindfulness — paying deliberate, non-judgemental attention to the present moment — has robust evidence for improving mental health across a range of conditions. This module explores the science of mindfulness, the major mindfulness-based interventions, and practical techniques for integrating mindfulness into daily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scientific basis of mindfulness and its effects on the brain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the major mindfulness-based interventions: MBSR, MBCT, ACT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Explore the evidence for mindfulness in depression, anxiety, chronic pain and stress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Practise core mindfulness techniques: breath awareness, body scan, mindful movement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limits of mindfulness and contraindications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Develop a personal mindfulness practice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42: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Mindfulness: paying deliberate, non-judgemental attention to the present moment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Neuroscience: mindfulness increases grey matter in the prefrontal cortex and reduces amygdala reactivity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MBSR (Mindfulness-Based Stress Reduction): 8-week programme for stress and chronic illness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MBCT (Mindfulness-Based Cognitive Therapy): NICE-recommended for recurrent depression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ACT (Acceptance and Commitment Therapy): mindfulness-based approach for psychological flexibility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Core techniques: breath awareness, body scan, mindful movement, loving-kindness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Contraindications: mindfulness can exacerbate dissociation and trauma symptoms in some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MBCT reduces relapse in recurrent depression by 43% (Kuyken et al., 2015)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Mindfulness reduces anxiety by 38% in people with anxiety disorders (Hofmann et al., 2010)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10 minutes of daily mindfulness reduces stress and improves focus (NHS Every Mind Matters)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MBSR reduces chronic pain intensity by 30% (Kabat-Zinn, 1982)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Mindfulness apps: Headspace has 65 million users worldwide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NICE recommends MBCT for people with 3+ episodes of depression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MBCT is NICE-recommended for recurrent depression (3+ episodes)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MBSR significantly reduces stress, anxiety and chronic pain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ACT is effective for depression, anxiety, chronic pain and addiction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Mindfulness improves emotional regulation and reduces rumination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Regular mindfulness practice changes brain structure and function (neuroplasticity)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Mindfulness is most effective when practised consistently — even 10 minutes daily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Caroline, 44, had experienced three episodes of depression and was referred to an MBCT programme after her third relapse. She was initially sceptical — 'I can't stop my mind thinking' — but learned that mindfulness is not about stopping thoughts but observing them. After 8 weeks of MBCT, Caroline's depression scores reduced significantly and she developed a daily 15-minute mindfulness practice. Three years later, she has not relapsed.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Breath awareness: focusing attention on the sensation of breathing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Body scan: systematically directing attention through the body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Mindful movement: yoga, walking meditation and mindful stretching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Loving-kindness meditation: cultivating compassion for self and others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MBSR: 8-week structured programme for stress and chronic illness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MBCT: 8-week programme for recurrent depression — NICE recommended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Apps: Headspace, Calm, Insight Timer, NHS Every Mind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Mindfulness practice: Participants engage in a 10-minute guided breath awareness meditation. Debrief: What did you notice? What was challenging? How might regular mindfulness practice benefit your mental health?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is mindfulness — and what is it not?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does mindfulness affect the brain and mental health?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are the limits and contraindications of mindfulness?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could you integrate mindfulness into your daily life?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Where can you access mindfulness courses in Wiltshire?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NICE: MBCT for depression (nice.org.uk)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Mindfulness Association: mindfulnessassociation.net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NHS Every Mind Matters: nhs.uk/every-mind-matters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Headspace: headspace.com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Insight Timer: insighttimer.com (free mindfulness app)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42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Mindfulness and Meditation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42: Mindfulness and Meditation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