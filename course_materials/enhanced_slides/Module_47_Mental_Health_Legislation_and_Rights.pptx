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000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</a:rPr>
              <a:t>Module 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</a:rPr>
              <a:t>Mental Health Legislation and Rights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0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6B00"/>
                </a:solidFill>
              </a:rPr>
              <a:t>Melksham Mental Health — Comprehensive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0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AAAA"/>
                </a:solidFill>
              </a:rPr>
              <a:t>2-hour session  •  Includes 30-minute group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58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AA"/>
                </a:solidFill>
              </a:rPr>
              <a:t>melksham-mentalhealth.us  |  Melksham-mental-health@outlook.com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Session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00000"/>
            <a:ext cx="82296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0F0"/>
                </a:solidFill>
              </a:rPr>
              <a:t>Understanding mental health law is essential for anyone working in or affected by mental health services. This module provides a clear, accessible overview of the Mental Health Act 1983 (amended 2007), the Mental Capacity Act 2005, the Care Act 2014 and the rights of people using mental health services.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00000"/>
            <a:ext cx="82296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Introduction &amp; Objectives  (15 min)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Evidence-Based Content  (45 min)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Case Study  (15 min)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Interactive Activity  (30 min)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Group Discussion  (30 min)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Wrap-Up &amp; Resources  (15 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Understand the key provisions of the Mental Health Act 1983 (amended 2007)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Identify the sections of the MHA most relevant to community mental health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Understand the Mental Capacity Act 2005 and the principles of capacity assessment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Explore the Care Act 2014 and its implications for mental health care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Know the rights of people detained under the Mental Health Act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Understand the role of the Mental Health Tribunal and Independent Mental Health Advocates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Module 47: Key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Mental Health Act 1983 (amended 2007): legal framework for compulsory treatment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Section 2: admission for assessment (up to 28 days)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Section 3: admission for treatment (up to 6 months, renewable)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Section 136: police power to remove a person to a place of safety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Mental Capacity Act 2005: presumption of capacity, best interests, least restrictive option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Deprivation of Liberty Safeguards (DoLS): protecting people who lack capacity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Care Act 2014: wellbeing principle, assessment, care and support planning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Key Statistics &amp; Prevalence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Approximately 50,000 people are detained under the Mental Health Act each year in England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Detentions under the MHA have increased by 40% in the last decade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Black people are 4 times more likely to be detained under the MHA than white people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Mental Health Tribunal: 30% of applications result in discharge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Independent Mental Health Advocates (IMHAs) are available to all detained patients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The MHA is currently under review: the Mental Health Bill 2022 proposes significant reforms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Evidence &amp;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Mental Health Act 1983 (amended 2007) is the primary legislation for compulsory treatment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Mental Capacity Act 2005 protects the rights of people who lack capacity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Care Act 2014 introduced a wellbeing principle and personal budgets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Mental Health Tribunal provides independent review of detention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IMHAs significantly improve patient experience and outcomes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Proposed MHA reforms: reducing racial disparities and increasing patient choice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00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00"/>
                </a:solidFill>
              </a:rPr>
              <a:t>This content does not replace professional mental health advice.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Case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0F0"/>
                </a:solidFill>
              </a:rPr>
              <a:t>James, 28, was detained under Section 2 of the Mental Health Act following a severe manic episode. He was confused about his rights and felt powerless. An Independent Mental Health Advocate (IMHA) visited James and explained his rights — including the right to appeal to the Mental Health Tribunal. With IMHA support, James appealed his detention and was discharged to a community treatment order. James later described the IMHA as 'the most important person in my recovery'.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00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</a:rPr>
              <a:t>Names and details are fictional. Any resemblance to real persons is coincidental.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Coping Strategies &amp; Interventions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Know your rights: information about the Mental Health Act and your rights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Independent Mental Health Advocates (IMHAs): free, independent advocacy for detained patients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Mental Health Tribunal: independent review of detention — right to appeal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Advance decisions: planning for future mental health crises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Nearest relative: rights and responsibilities under the Mental Health Act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Mental Capacity Act: capacity assessment and best interests decision-making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Legal advice: Mind Legal Line, Rethink, Citizens Advice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Interactive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0F0F0"/>
                </a:solidFill>
              </a:rPr>
              <a:t>Rights quiz: Participants answer questions about the Mental Health Act, Mental Capacity Act and Care Act. Discuss: What rights do detained patients have? How can advocates support people in mental health settings? What reforms would you like to see in mental health legislation?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0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00"/>
                </a:solidFill>
              </a:rPr>
              <a:t>Instructions: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00000"/>
            <a:ext cx="8229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AAAAAA"/>
                </a:solidFill>
              </a:rPr>
              <a:t>• Take 5 minutes to reflect individually or in pairs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AAAAAA"/>
                </a:solidFill>
              </a:rPr>
              <a:t>• Share your thoughts with the group (optional — sharing is never required)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AAAAAA"/>
                </a:solidFill>
              </a:rPr>
              <a:t>• Facilitator will guide and support the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Group Discussion (30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FBF"/>
                </a:solidFill>
              </a:rPr>
              <a:t>Reflection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00000"/>
            <a:ext cx="82296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What rights do people have when detained under the Mental Health Act?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How does the Mental Capacity Act protect people who lack capacity?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What role do Independent Mental Health Advocates play?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What reforms would improve mental health legislation in England?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Where can people access legal advice about their mental health rights in Wiltshire?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58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6B00"/>
                </a:solidFill>
              </a:rPr>
              <a:t>Remember: You are never alone. Help is always available.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Resources &amp; Further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FBF"/>
                </a:solidFill>
              </a:rPr>
              <a:t>Key 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00000"/>
            <a:ext cx="82296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F0F0F0"/>
                </a:solidFill>
              </a:rPr>
              <a:t>• Mind Legal Line: mind.org.uk/information-support/legal-rights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0F0F0"/>
                </a:solidFill>
              </a:rPr>
              <a:t>• Rethink Mental Illness: rethink.org/mental-health-act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0F0F0"/>
                </a:solidFill>
              </a:rPr>
              <a:t>• NHS: Mental Health Act (nhs.uk/mental-health/social-care-and-your-rights/mental-health-act)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0F0F0"/>
                </a:solidFill>
              </a:rPr>
              <a:t>• Mental Health Tribunal: gov.uk/mental-health-tribunal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0F0F0"/>
                </a:solidFill>
              </a:rPr>
              <a:t>• Citizens Advice: citizensadvice.org.uk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00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00"/>
                </a:solidFill>
              </a:rPr>
              <a:t>Crisis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50000"/>
            <a:ext cx="82296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Emergency: 999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NHS 111: 24/7 urgent mental health support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Samaritans: 116 123 (free, 24/7)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Shout Crisis Text: Text SHOUT to 85258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Wiltshire Crisis Line: 0800 953 0110 (24/7)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PAPYRUS (under 35): 0800 068 4141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000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</a:rPr>
              <a:t>Module 47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0000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Mental Health Legislation and Rights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0000"/>
            <a:ext cx="82296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You have completed Module 47: Mental Health Legislation and Rights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Key concepts and evidence-based strategies have been explored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Please complete the post-session reflection form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Access course materials and handouts in the Members Portal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Our next session builds on today's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58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AAAA"/>
                </a:solidFill>
              </a:rPr>
              <a:t>melksham-mentalhealth.us  |  Melksham-mental-health@outlook.com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