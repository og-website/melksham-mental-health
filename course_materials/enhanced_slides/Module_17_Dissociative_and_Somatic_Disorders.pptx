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Module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Dissociative and Somatic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8229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Dissociative and somatic disorders are complex conditions that are often misunderstood and misdiagnosed. This module explores dissociation as a trauma response, the features of dissociative identity disorder and somatic symptom disorder, and the trauma-focused approaches that support recovery.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Introduction &amp; Objectives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Evidence-Based Content  (45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Case Study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Interactive Activity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Group Discussion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Wrap-Up &amp; Resources 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Define dissociation and understand it as a spectrum of experiences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Identify the features of dissociative amnesia, depersonalisation and DID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somatic symptom disorder and illness anxiety disorder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Recognise the relationship between trauma, dissociation and somatic symptoms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Explore trauma-focused treatments for dissociative and somatic disorders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Develop grounding skills to manage dissociative episodes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Module 17: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Dissociation: a disconnection from thoughts, feelings, surroundings or identity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Dissociative amnesia: inability to recall important autobiographical information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Depersonalisation/derealisation: feeling detached from oneself or the world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Dissociative identity disorder (DID): two or more distinct personality states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Somatic symptom disorder: distressing physical symptoms with excessive health anxiety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Illness anxiety disorder (health anxiety): preoccupation with having a serious illness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Functional neurological disorder: neurological symptoms without structural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Key Statistics &amp; Prevalence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Dissociation affects up to 10% of the general population (mild forms)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DID affects 1–3% of the population; strongly associated with severe childhood trauma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Somatic symptom disorder affects 5–7% of the general population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Health anxiety affects 4–5% of the population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DID: average of 7 years and 3.4 misdiagnoses before correct diagnosis (ISSTD)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Functional neurological disorder is the second most common neurology outpatient diagnosis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Evidence &amp;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NICE (NG116): trauma-focused CBT is recommended for trauma-related dissociation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Grounding techniques significantly reduce the frequency and severity of dissociative episodes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Phase-based trauma treatment is the recommended approach for complex dissociative disorders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EMDR can be adapted for dissociative disorders with careful stabilisation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CBT for health anxiety reduces reassurance-seeking and body-checking behaviours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Psychoeducation about dissociation reduces fear and shame significantly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Anna, 33, experienced episodes of 'blanking out' and finding herself in places with no memory of how she got there. She had a history of severe childhood abuse. Following assessment, Anna was diagnosed with dissociative identity disorder. She began specialist trauma therapy using the Phase-Based Treatment model — establishing safety and stabilisation before processing traumatic memories. Grounding techniques helped Anna manage dissociative episodes in daily life.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Names and details are fictional. Any resemblance to real persons is coincidental.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Coping Strategies &amp;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Phase-based trauma treatment: safety, stabilisation, processing, integration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Grounding techniques: sensory grounding, cold water, feet-on-floor, 5-4-3-2-1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EMDR: adapted for dissociative disorders with careful stabilisation phase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CBT for health anxiety: reducing reassurance-seeking and body-checking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Mindfulness: observing dissociative experiences without judgment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Psychoeducation: understanding dissociation reduces fear and shame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Peer support: Dissociative Identity Disorder Research (DIDR)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</a:rPr>
              <a:t>Grounding practice: Participants practise three grounding techniques — 5-4-3-2-1 sensory grounding, cold water on wrists, and feet-on-floor grounding. Discuss: When might grounding be helpful? How does it work to reduce dissociation?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00000"/>
            <a:ext cx="8229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Take 5 minutes to reflect individually or in pairs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Facilitator will guide and support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Reflection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Have you ever experienced dissociation — feeling 'spaced out' or unreal?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does trauma contribute to dissociative experiences?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challenges do people with DID face in accessing appropriate care?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can we respond helpfully when someone appears to be dissociating?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specialist dissociation services are available in the UK?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</a:rPr>
              <a:t>Remember: You are never alone. Help is always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Resources &amp;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Key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0000"/>
            <a:ext cx="82296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NICE Guideline NG116: Post-traumatic stress disorder (2018)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International Society for the Study of Trauma and Dissociation: isst-d.org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Mind UK: Dissociation and dissociative disorders (mind.org.uk)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NHS: Dissociative disorders (nhs.uk/conditions/dissociative-disorders)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Samaritans: 116 123 (free, 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</a:rPr>
              <a:t>Crisis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50000"/>
            <a:ext cx="8229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Wiltshire Crisis Line: 0800 953 0110 (24/7)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PAPYRUS (under 35): 0800 068 4141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</a:rPr>
              <a:t>Module 17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Dissociative and Somatic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You have completed Module 17: Dissociative and Somatic Disorders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