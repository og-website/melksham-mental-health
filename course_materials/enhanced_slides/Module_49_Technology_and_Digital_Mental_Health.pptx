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Technology and Digital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Digital technology is transforming mental health care — from apps and online therapy to AI-powered chatbots and virtual reality. This module explores the evidence for digital mental health interventions, their benefits and risks, and the ethical considerations around data privacy and algorithmic bias.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landscape of digital mental health interventions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evidence-based mental health apps and online programmes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the evidence for digital CBT, online therapy and AI-powered tools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risks of digital mental health: data privacy, algorithmic bias, digital exclusion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skills for recommending digital mental health tools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Know the NHS-approved digital mental health resources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49: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Digital mental health: apps, online therapy, chatbots, VR and wearables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apps: Sleepio (CBT-I), Daylight (CBT for anxiety), Woebot (AI chatbot)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Online therapy: as effective as face-to-face for mild-moderate conditions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Digital CBT (iCBT): NICE-approved for depression and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AI chatbots: Woebot, Wysa — accessible, anonymous and available 24/7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Virtual reality: exposure therapy for phobias, PTSD and social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Risks: data privacy, algorithmic bias, digital exclusion and over-reliance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1 in 3 people prefer digital mental health support to face-to-face (MIND, 2022)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NHS-approved apps reduce depression and anxiety by 30–50%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Digital CBT is as effective as face-to-face CBT for mild-moderate conditions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Digital exclusion affects 11 million adults in the UK who lack basic digital skills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AI chatbots are used by 1 million people per week worldwide (Woebot, 2023)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VR therapy is as effective as in-person therapy for specific phobias (Freeman et al., 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NICE: digital CBT is recommended for mild-moderate depression and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Sleepio (digital CBT-I) is as effective as face-to-face CBT-I (Espie et al., 2012)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Woebot reduces depression and anxiety in randomised controlled trials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VR therapy is as effective as in-person exposure therapy for phobias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Digital mental health tools are most effective as an adjunct to human support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Data privacy: GDPR compliance and data security are essential for digital mental health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Sam, 19, was experiencing anxiety but was reluctant to attend face-to-face therapy. His GP recommended Daylight, an NHS-approved CBT app for anxiety. Sam completed the 8-week programme at his own pace, finding the anonymity and flexibility helpful. His GAD-7 score dropped from 16 to 6. Sam later attended a brief course of face-to-face CBT to consolidate his progress. His experience illustrates how digital tools can be a stepping stone to more intensive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NHS-approved apps: Sleepio, Daylight, Woebot, Wysa, Headspace for NHS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Online therapy: IAPT online, BetterHelp, Kooth (for young people)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Digital CBT programmes: iCBT for depression and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AI chatbots: Woebot, Wysa — accessible and anonymous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VR therapy: emerging technology for phobias, PTSD and social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Wearables: Fitbit, Apple Watch — monitoring sleep, activity and heart rate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Digital safety: choosing reputable, evidence-based and GDPR-compliant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App evaluation exercise: Participants evaluate three mental health apps using the NHS App Library criteria (evidence base, data privacy, usability). Discuss: What makes a good mental health app? What are the risks of unregulated mental health apps?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digital mental health tools do you currently use?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digital therapy compare to face-to-face therapy?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are the risks of AI-powered mental health chatbots?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can we support people who are digitally excluded?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NHS-approved digital mental health tools are available?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 App Library: apps.beta.nhs.uk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NICE: Evidence standards for digital health technologies (nice.org.uk)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UK: Digital mental health (mind.org.uk)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Woebot: woebot.io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Sleepio: sleepio.com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49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Technology and Digital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49: Technology and Digital Mental Health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