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Introduction to Mental Health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8229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This module provides a structured overview of the major categories of mental health disorders as classified in the DSM-5 and ICD-11, preparing participants for deeper dives in subsequent modules by establishing a shared vocabulary and conceptual framework.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Introduction &amp; Objectives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Evidence-Based Content  (45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Case Study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Interactive Activity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Group Discussion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Wrap-Up &amp; Resources  (15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purpose and structure of the DSM-5 and ICD-11 classification systems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Identify the major categories of mental health disorders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Distinguish between different disorder types and their core features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difference between a diagnosis and a label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Recognise that mental disorders exist on a spectrum of severity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Appreciate the importance of cultural context in diagnosis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Module 2: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DSM-5 and ICD-11: what they are and why they matter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Mood disorders: depression, bipolar disorder and related conditions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Anxiety disorders: GAD, phobias, panic disorder, OCD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Trauma-related disorders: PTSD, acute stress, adjustment disorders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Neurodevelopmental disorders: autism, ADHD, intellectual disabilities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Psychotic disorders: schizophrenia and related conditions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Personality, eating, sleep, somatic and substance use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Key Statistics &amp; Prevalence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1 in 4 people in the UK experience a mental health problem each year (Mind UK)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50% of mental health conditions begin by age 14; 75% by age 24 (WHO)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Only 1 in 3 people with a mental disorder receive treatment (WHO 2022)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Depression is the leading cause of disability worldwide (WHO)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Comorbidity rate: 50% of those with anxiety also have depression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UK: 1.2 million people on NHS mental health waiting lists (2023)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Evidence &amp;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DSM-5 (APA, 2013) provides standardised diagnostic criteria for 300+ conditions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ICD-11 (WHO, 2022) is the international standard used in UK clinical settings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NICE guidelines provide evidence-based treatment pathways for each disorder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Comorbidity is common: 50% of people with one disorder have another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Cultural formulation interviews help contextualise diagnosis across cultures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Dimensional approaches (e.g., HiTOP) are emerging as alternatives to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Maria, 28, visited her GP with persistent worry, poor sleep and physical tension. Using the PHQ-9 and GAD-7 screening tools, her GP identified symptoms of generalised anxiety disorder. Maria was relieved to have a name for her experience and to understand it was a recognised, treatable condition. She was referred to IAPT and began guided self-help CBT. Understanding the classification system helped Maria make sense of her experience and engage confidently with treatment.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Names and details are fictional. Any resemblance to real persons is coincidental.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Coping Strategies &amp;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Psychoeducation: understanding your diagnosis reduces fear and shame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Self-monitoring: mood diaries and symptom tracking apps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Stepped care: accessing the right level of support at the right time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Peer support groups: sharing experiences with others who understand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Advocacy: knowing your rights to NHS mental health assessment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Digital resources: NHS Every Mind Matters, Mind UK, Rethink Mental Illness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</a:rPr>
              <a:t>Mapping exercise: Using the disorder categories introduced today, participants map their prior knowledge and any personal or professional experience of different mental health conditions. Discuss: What surprised you? What do you want to learn more about?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00000"/>
            <a:ext cx="8229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Take 5 minutes to reflect individually or in pairs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Facilitator will guide and support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Reflection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Which mental health disorder category do you feel least informed about?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do you feel about diagnostic labels — helpful or harmful?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Have you ever experienced a mental health condition being misunderstood?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might cultural background affect how someone experiences mental distress?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questions do you have about the modules ahead?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</a:rPr>
              <a:t>Remember: You are never alone. Help is always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Resources &amp;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Key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0000"/>
            <a:ext cx="82296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American Psychiatric Association: DSM-5 (2013)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WHO: ICD-11 Classification of Mental and Behavioural Disorders (2022)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NICE: Mental health guidelines (nice.org.uk/guidance/mental-health)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Mind UK: Types of mental health problems (mind.org.uk)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Rethink Mental Illness: Understanding mental illness (rethink.org)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</a:rPr>
              <a:t>Crisis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50000"/>
            <a:ext cx="8229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Wiltshire Crisis Line: 0800 953 0110 (24/7)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PAPYRUS (under 35): 0800 068 4141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</a:rPr>
              <a:t>Module 2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Introduction to Mental Health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You have completed Module 2: Introduction to Mental Health Disorders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