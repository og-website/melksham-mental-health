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Neurodevelopmental Disorders: Autism Spectrum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8229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Autism Spectrum Condition (ASC) is a lifelong neurodevelopmental difference characterised by variation in social communication, sensory processing and patterns of behaviour. This module explores the spectrum with empathy, moving toward a strengths-based understanding.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Introduction &amp; Objectives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Evidence-Based Content  (45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Case Study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Interactive Activity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Group Discussion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Wrap-Up &amp; Resources 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Define autism spectrum condition and understand it as a spectrum of differences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Identify early signs and common experiences across the lifespan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sensory processing differences and their impact on daily life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Explore therapies and support strategies that promote wellbeing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Develop inclusive language and communication approaches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Recognise the mental health co-occurrences common in autistic 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Module 3: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Autism as a spectrum: wide variation in traits, strengths and support needs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Early signs: differences in social communication, eye contact, repetitive behaviours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Sensory processing: hyper- and hypo-sensitivity to light, sound, touch and taste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Co-occurring conditions: anxiety, depression, ADHD and learning disabilities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Therapies: speech and language therapy, occupational therapy, AAC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Inclusive language: identity-first vs person-first language debate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Late diagnosis: experiences of autistic women, girls and non-binary 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Key Statistics &amp; Prevalence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Prevalence: approximately 1 in 100 people in the UK are autistic (NHS)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700,000 autistic people in the UK (National Autistic Society, 2022)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Only 22% of autistic adults are in paid employment (NAS 2022)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Autistic people are 9 times more likely to die by suicide (Cassidy et al., 2014)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Average wait for autism assessment in England: 3+ years (2023)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80% of autistic people have at least one co-occurring mental health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Evidence &amp;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NICE (NG142): recommends tailored support and reasonable adjustments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Masking: autistic people suppress traits at significant mental health cost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Average age of diagnosis in the UK: 7 years for boys, 13 years for girls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Autistic people are 3–4 times more likely to experience mental health difficulties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Employment: only 22% of autistic adults are in full-time employment (NAS 2022)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Sensory differences affect 90% of autistic people (Bogdashina, 2016)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Jamie, 19, was diagnosed with autism at 16 after years of struggling socially at school. Jamie experienced severe anxiety and was often misunderstood by teachers. Following diagnosis, Jamie accessed a specialist CAMHS service and began occupational therapy to address sensory sensitivities. With reasonable adjustments at college — including a quiet study room and written instructions — Jamie thrived academically and went on to university. Jamie's story highlights the transformative impact of late diagnosis and appropriate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Names and details are fictional. Any resemblance to real persons is coincidental.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Coping Strategies &amp;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Sensory accommodations: noise-cancelling headphones, low-stimulation spaces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Routine and predictability: structured schedules reduce anxiety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AAC (Augmentative and Alternative Communication) for non-speaking individuals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Social skills groups: peer-led, strengths-based approaches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CBT adapted for autistic people (CBT-A)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Self-advocacy: helping autistic people articulate their own needs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Community: autistic-led organisations and peer support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</a:rPr>
              <a:t>Empathy mapping: Participants consider a day in the life of an autistic person, thinking about sensory environments (busy supermarkets, open-plan offices, fluorescent lighting). What adjustments would make these spaces more accessible? How does this change your perspective?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00000"/>
            <a:ext cx="8229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Take 5 minutes to reflect individually or in pairs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Facilitator will guide and support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Reflection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assumptions did you hold about autism before today?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might masking affect someone's mental health over time?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reasonable adjustments could your workplace or community make?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can we use more inclusive language when talking about autism?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support is available for autistic adults in Wiltshire?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</a:rPr>
              <a:t>Remember: You are never alone. Help is always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Resources &amp;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Key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0000"/>
            <a:ext cx="82296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National Autistic Society: autism.org.uk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NICE Guideline NG142: Autism spectrum disorder in under 19s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NHS: Autism overview (nhs.uk/conditions/autism)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Ambitious about Autism: ambitiousaboutautism.org.uk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Autism Alliance UK: autismalliance.org.uk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</a:rPr>
              <a:t>Crisis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50000"/>
            <a:ext cx="8229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Wiltshire Crisis Line: 0800 953 0110 (24/7)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PAPYRUS (under 35): 0800 068 4141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</a:rPr>
              <a:t>Module 3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Neurodevelopmental Disorders: Autism Spectrum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You have completed Module 3: Neurodevelopmental Disorders: Autism Spectrum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